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 id="2147483666" r:id="rId2"/>
    <p:sldMasterId id="2147483667" r:id="rId3"/>
    <p:sldMasterId id="2147483668" r:id="rId4"/>
  </p:sldMasterIdLst>
  <p:notesMasterIdLst>
    <p:notesMasterId r:id="rId41"/>
  </p:notesMasterIdLst>
  <p:sldIdLst>
    <p:sldId id="256" r:id="rId5"/>
    <p:sldId id="257" r:id="rId6"/>
    <p:sldId id="258" r:id="rId7"/>
    <p:sldId id="285" r:id="rId8"/>
    <p:sldId id="286" r:id="rId9"/>
    <p:sldId id="287" r:id="rId10"/>
    <p:sldId id="28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89" r:id="rId31"/>
    <p:sldId id="278" r:id="rId32"/>
    <p:sldId id="279" r:id="rId33"/>
    <p:sldId id="280" r:id="rId34"/>
    <p:sldId id="290" r:id="rId35"/>
    <p:sldId id="281" r:id="rId36"/>
    <p:sldId id="282" r:id="rId37"/>
    <p:sldId id="283" r:id="rId38"/>
    <p:sldId id="291" r:id="rId39"/>
    <p:sldId id="284" r:id="rId40"/>
  </p:sldIdLst>
  <p:sldSz cx="9144000" cy="5143500" type="screen16x9"/>
  <p:notesSz cx="6858000" cy="9144000"/>
  <p:embeddedFontLst>
    <p:embeddedFont>
      <p:font typeface="Consolas" panose="020B0609020204030204" pitchFamily="49" charset="0"/>
      <p:regular r:id="rId42"/>
      <p:bold r:id="rId43"/>
      <p:italic r:id="rId44"/>
      <p:boldItalic r:id="rId45"/>
    </p:embeddedFont>
    <p:embeddedFont>
      <p:font typeface="Roboto" panose="02000000000000000000" pitchFamily="2" charset="0"/>
      <p:regular r:id="rId46"/>
      <p:bold r:id="rId47"/>
      <p:italic r:id="rId48"/>
      <p:boldItalic r:id="rId49"/>
    </p:embeddedFont>
    <p:embeddedFont>
      <p:font typeface="Roboto Mono" pitchFamily="49"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78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4.fntdata"/><Relationship Id="rId53" Type="http://schemas.openxmlformats.org/officeDocument/2006/relationships/font" Target="fonts/font12.fntdata"/><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font" Target="fonts/font10.fntdata"/><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5.fntdata"/><Relationship Id="rId20" Type="http://schemas.openxmlformats.org/officeDocument/2006/relationships/slide" Target="slides/slide16.xml"/><Relationship Id="rId41" Type="http://schemas.openxmlformats.org/officeDocument/2006/relationships/notesMaster" Target="notesMasters/notesMaster1.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3.fntdata"/><Relationship Id="rId52"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0103bcafc9_0_27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g30103bcafc9_0_2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0103bcafc9_0_27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g30103bcafc9_0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055adb7497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055adb7497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l"/>
              <a:t>Playwright, an open-source end-to-end testing framework by Microsoft for testing your web applications. Playwright works with all modern browsers and on all platforms. Playwright can automate what a user does, such as clicking on elements and fill out forms. Playwright is as a really fast user. It wait for elements to be actionable before it clicks on them and retries when making assertions to make sure your tests are not flaky. Tests run in parallel by default.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0b64196be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0b64196be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055adb749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055adb749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0b64196be8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0b64196be8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0b64196be8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0b64196be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055adb7497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055adb749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0b64196be8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0b64196be8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nl">
                <a:solidFill>
                  <a:schemeClr val="dk1"/>
                </a:solidFill>
              </a:rPr>
              <a:t>The </a:t>
            </a:r>
            <a:r>
              <a:rPr lang="nl" b="1">
                <a:solidFill>
                  <a:schemeClr val="dk1"/>
                </a:solidFill>
              </a:rPr>
              <a:t>Browser</a:t>
            </a:r>
            <a:r>
              <a:rPr lang="nl">
                <a:solidFill>
                  <a:schemeClr val="dk1"/>
                </a:solidFill>
              </a:rPr>
              <a:t> object represents a real browser that Playwright interacts with. You can launch it in headless mode, which runs without a user interface, or with a UI for debugging purposes. Playwright supports Chromium (Chrome, Edge), Firefox, and WebKit (Safari). Each instance of the </a:t>
            </a:r>
            <a:r>
              <a:rPr lang="nl">
                <a:solidFill>
                  <a:srgbClr val="188038"/>
                </a:solidFill>
                <a:latin typeface="Roboto Mono"/>
                <a:ea typeface="Roboto Mono"/>
                <a:cs typeface="Roboto Mono"/>
                <a:sym typeface="Roboto Mono"/>
              </a:rPr>
              <a:t>Browser</a:t>
            </a:r>
            <a:r>
              <a:rPr lang="nl">
                <a:solidFill>
                  <a:schemeClr val="dk1"/>
                </a:solidFill>
              </a:rPr>
              <a:t> allows you to create multiple browser contexts, which are independent environments within the same browser.</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0b64196be8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0b64196be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0b64196be8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0b64196be8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0b64196be8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30b64196be8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0b64196be8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0b64196be8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0b64196be8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0b64196be8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2400" marR="152400" lvl="0" indent="0" algn="l" rtl="0">
              <a:lnSpc>
                <a:spcPct val="150000"/>
              </a:lnSpc>
              <a:spcBef>
                <a:spcPts val="0"/>
              </a:spcBef>
              <a:spcAft>
                <a:spcPts val="1100"/>
              </a:spcAft>
              <a:buClr>
                <a:schemeClr val="dk1"/>
              </a:buClr>
              <a:buSzPts val="11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0b64196be8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0b64196be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0b64196be8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0b64196be8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0b64196be8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0b64196be8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nl">
                <a:solidFill>
                  <a:schemeClr val="dk1"/>
                </a:solidFill>
              </a:rPr>
              <a:t>In automated testing, one of the biggest challenges is writing robust and maintainable tests that don’t break when the user interface changes. Using </a:t>
            </a:r>
            <a:r>
              <a:rPr lang="nl">
                <a:solidFill>
                  <a:srgbClr val="188038"/>
                </a:solidFill>
                <a:latin typeface="Roboto Mono"/>
                <a:ea typeface="Roboto Mono"/>
                <a:cs typeface="Roboto Mono"/>
                <a:sym typeface="Roboto Mono"/>
              </a:rPr>
              <a:t>data-testid</a:t>
            </a:r>
            <a:r>
              <a:rPr lang="nl">
                <a:solidFill>
                  <a:schemeClr val="dk1"/>
                </a:solidFill>
              </a:rPr>
              <a:t> attributes in code offers a clean and reliable way to select elements.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nl">
                <a:solidFill>
                  <a:schemeClr val="dk1"/>
                </a:solidFill>
              </a:rPr>
              <a:t>This approach decouples your test logic from changes in styling (CSS classes) or layout (DOM structure), making the tests more stable and easier to maintain over time. It also helps you avoid relying on text or labels, which might vary across different environments due to localization or content updates.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nl">
                <a:solidFill>
                  <a:schemeClr val="dk1"/>
                </a:solidFill>
              </a:rPr>
              <a:t>Encouraging developers to use </a:t>
            </a:r>
            <a:r>
              <a:rPr lang="nl">
                <a:solidFill>
                  <a:srgbClr val="188038"/>
                </a:solidFill>
                <a:latin typeface="Roboto Mono"/>
                <a:ea typeface="Roboto Mono"/>
                <a:cs typeface="Roboto Mono"/>
                <a:sym typeface="Roboto Mono"/>
              </a:rPr>
              <a:t>data-testid</a:t>
            </a:r>
            <a:r>
              <a:rPr lang="nl">
                <a:solidFill>
                  <a:schemeClr val="dk1"/>
                </a:solidFill>
              </a:rPr>
              <a:t> ensures you always have dependable hooks for automation, even as the application evolves. Test scripts become more readable, and refactoring becomes less painful.</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0b64196be8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0b64196be8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0b64196be8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0b64196be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0b64196be8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0b64196be8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0b64196be8_0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0b64196be8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0b64196be8_0_1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0b64196be8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0b64196be8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0b64196be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0b64196be8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0b64196be8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0b64196be8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0b64196be8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0b64196be8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0b64196be8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0b64196be8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0b64196be8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0b64196be8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0b64196be8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0563c93f05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0563c93f05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eldia">
  <p:cSld name="Titeldia">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348915" y="1118938"/>
            <a:ext cx="3170700" cy="964500"/>
          </a:xfrm>
          <a:prstGeom prst="rect">
            <a:avLst/>
          </a:prstGeom>
          <a:noFill/>
          <a:ln>
            <a:noFill/>
          </a:ln>
        </p:spPr>
        <p:txBody>
          <a:bodyPr spcFirstLastPara="1" wrap="square" lIns="68575" tIns="34275" rIns="68575" bIns="34275" anchor="t" anchorCtr="0">
            <a:normAutofit/>
          </a:bodyPr>
          <a:lstStyle>
            <a:lvl1pPr lvl="0" algn="l" rtl="0">
              <a:lnSpc>
                <a:spcPct val="90000"/>
              </a:lnSpc>
              <a:spcBef>
                <a:spcPts val="0"/>
              </a:spcBef>
              <a:spcAft>
                <a:spcPts val="0"/>
              </a:spcAft>
              <a:buClr>
                <a:schemeClr val="dk1"/>
              </a:buClr>
              <a:buSzPts val="3300"/>
              <a:buFont typeface="Arial"/>
              <a:buNone/>
              <a:defRPr sz="33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58" name="Google Shape;58;p14"/>
          <p:cNvSpPr txBox="1">
            <a:spLocks noGrp="1"/>
          </p:cNvSpPr>
          <p:nvPr>
            <p:ph type="body" idx="1"/>
          </p:nvPr>
        </p:nvSpPr>
        <p:spPr>
          <a:xfrm>
            <a:off x="348915" y="2177148"/>
            <a:ext cx="3305400" cy="11670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400"/>
              <a:buNone/>
              <a:defRPr/>
            </a:lvl1pPr>
            <a:lvl2pPr marL="914400" lvl="1" indent="-228600" algn="l" rtl="0">
              <a:lnSpc>
                <a:spcPct val="90000"/>
              </a:lnSpc>
              <a:spcBef>
                <a:spcPts val="400"/>
              </a:spcBef>
              <a:spcAft>
                <a:spcPts val="0"/>
              </a:spcAft>
              <a:buClr>
                <a:schemeClr val="dk1"/>
              </a:buClr>
              <a:buSzPts val="1400"/>
              <a:buNone/>
              <a:defRPr/>
            </a:lvl2pPr>
            <a:lvl3pPr marL="1371600" lvl="2" indent="-228600" algn="l" rtl="0">
              <a:lnSpc>
                <a:spcPct val="90000"/>
              </a:lnSpc>
              <a:spcBef>
                <a:spcPts val="400"/>
              </a:spcBef>
              <a:spcAft>
                <a:spcPts val="0"/>
              </a:spcAft>
              <a:buClr>
                <a:schemeClr val="dk1"/>
              </a:buClr>
              <a:buSzPts val="1400"/>
              <a:buNone/>
              <a:defRPr/>
            </a:lvl3pPr>
            <a:lvl4pPr marL="1828800" lvl="3" indent="-228600" algn="l" rtl="0">
              <a:lnSpc>
                <a:spcPct val="90000"/>
              </a:lnSpc>
              <a:spcBef>
                <a:spcPts val="400"/>
              </a:spcBef>
              <a:spcAft>
                <a:spcPts val="0"/>
              </a:spcAft>
              <a:buClr>
                <a:schemeClr val="dk1"/>
              </a:buClr>
              <a:buSzPts val="1400"/>
              <a:buNone/>
              <a:defRPr/>
            </a:lvl4pPr>
            <a:lvl5pPr marL="2286000" lvl="4" indent="-228600" algn="l" rtl="0">
              <a:lnSpc>
                <a:spcPct val="90000"/>
              </a:lnSpc>
              <a:spcBef>
                <a:spcPts val="400"/>
              </a:spcBef>
              <a:spcAft>
                <a:spcPts val="0"/>
              </a:spcAft>
              <a:buClr>
                <a:schemeClr val="dk1"/>
              </a:buClr>
              <a:buSzPts val="1400"/>
              <a:buNone/>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angepaste indeling">
  <p:cSld name="Aangepaste indeling">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300790" y="735367"/>
            <a:ext cx="3741900" cy="1836600"/>
          </a:xfrm>
          <a:prstGeom prst="rect">
            <a:avLst/>
          </a:prstGeom>
          <a:noFill/>
          <a:ln>
            <a:noFill/>
          </a:ln>
        </p:spPr>
        <p:txBody>
          <a:bodyPr spcFirstLastPara="1" wrap="square" lIns="68575" tIns="34275" rIns="68575" bIns="34275" anchor="t"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66" name="Google Shape;66;p16"/>
          <p:cNvSpPr txBox="1">
            <a:spLocks noGrp="1"/>
          </p:cNvSpPr>
          <p:nvPr>
            <p:ph type="body" idx="1"/>
          </p:nvPr>
        </p:nvSpPr>
        <p:spPr>
          <a:xfrm>
            <a:off x="300789" y="2671010"/>
            <a:ext cx="3741900" cy="1877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angepaste indeling">
  <p:cSld name="Aangepaste indeling">
    <p:spTree>
      <p:nvGrpSpPr>
        <p:cNvPr id="1" name="Shape 72"/>
        <p:cNvGrpSpPr/>
        <p:nvPr/>
      </p:nvGrpSpPr>
      <p:grpSpPr>
        <a:xfrm>
          <a:off x="0" y="0"/>
          <a:ext cx="0" cy="0"/>
          <a:chOff x="0" y="0"/>
          <a:chExt cx="0" cy="0"/>
        </a:xfrm>
      </p:grpSpPr>
      <p:sp>
        <p:nvSpPr>
          <p:cNvPr id="73" name="Google Shape;73;p18"/>
          <p:cNvSpPr txBox="1">
            <a:spLocks noGrp="1"/>
          </p:cNvSpPr>
          <p:nvPr>
            <p:ph type="sldNum" idx="12"/>
          </p:nvPr>
        </p:nvSpPr>
        <p:spPr>
          <a:xfrm>
            <a:off x="7020824" y="478667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r>
              <a:rPr lang="nl"/>
              <a:t>Naam docent</a:t>
            </a:r>
            <a:endParaRPr/>
          </a:p>
        </p:txBody>
      </p:sp>
      <p:sp>
        <p:nvSpPr>
          <p:cNvPr id="74" name="Google Shape;74;p1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75" name="Google Shape;75;p18"/>
          <p:cNvSpPr txBox="1">
            <a:spLocks noGrp="1"/>
          </p:cNvSpPr>
          <p:nvPr>
            <p:ph type="body" idx="1"/>
          </p:nvPr>
        </p:nvSpPr>
        <p:spPr>
          <a:xfrm>
            <a:off x="628650" y="1369219"/>
            <a:ext cx="7886700" cy="29139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400"/>
              <a:buNone/>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eldia" type="title">
  <p:cSld name="TITLE">
    <p:spTree>
      <p:nvGrpSpPr>
        <p:cNvPr id="1" name="Shape 76"/>
        <p:cNvGrpSpPr/>
        <p:nvPr/>
      </p:nvGrpSpPr>
      <p:grpSpPr>
        <a:xfrm>
          <a:off x="0" y="0"/>
          <a:ext cx="0" cy="0"/>
          <a:chOff x="0" y="0"/>
          <a:chExt cx="0" cy="0"/>
        </a:xfrm>
      </p:grpSpPr>
      <p:sp>
        <p:nvSpPr>
          <p:cNvPr id="77" name="Google Shape;77;p19"/>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ctr" anchorCtr="0">
            <a:normAutofit/>
          </a:bodyPr>
          <a:lstStyle>
            <a:lvl1pPr lvl="0" algn="ctr" rtl="0">
              <a:lnSpc>
                <a:spcPct val="90000"/>
              </a:lnSpc>
              <a:spcBef>
                <a:spcPts val="0"/>
              </a:spcBef>
              <a:spcAft>
                <a:spcPts val="0"/>
              </a:spcAft>
              <a:buClr>
                <a:schemeClr val="dk1"/>
              </a:buClr>
              <a:buSzPts val="4500"/>
              <a:buFont typeface="Arial"/>
              <a:buNone/>
              <a:defRPr sz="4500"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78" name="Google Shape;78;p19"/>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rtl="0">
              <a:lnSpc>
                <a:spcPct val="90000"/>
              </a:lnSpc>
              <a:spcBef>
                <a:spcPts val="800"/>
              </a:spcBef>
              <a:spcAft>
                <a:spcPts val="0"/>
              </a:spcAft>
              <a:buClr>
                <a:schemeClr val="dk1"/>
              </a:buClr>
              <a:buSzPts val="1800"/>
              <a:buNone/>
              <a:defRPr sz="1800"/>
            </a:lvl1pPr>
            <a:lvl2pPr lvl="1" algn="ctr" rtl="0">
              <a:lnSpc>
                <a:spcPct val="90000"/>
              </a:lnSpc>
              <a:spcBef>
                <a:spcPts val="400"/>
              </a:spcBef>
              <a:spcAft>
                <a:spcPts val="0"/>
              </a:spcAft>
              <a:buClr>
                <a:schemeClr val="dk1"/>
              </a:buClr>
              <a:buSzPts val="1500"/>
              <a:buNone/>
              <a:defRPr sz="1500"/>
            </a:lvl2pPr>
            <a:lvl3pPr lvl="2" algn="ctr" rtl="0">
              <a:lnSpc>
                <a:spcPct val="90000"/>
              </a:lnSpc>
              <a:spcBef>
                <a:spcPts val="400"/>
              </a:spcBef>
              <a:spcAft>
                <a:spcPts val="0"/>
              </a:spcAft>
              <a:buClr>
                <a:schemeClr val="dk1"/>
              </a:buClr>
              <a:buSzPts val="1400"/>
              <a:buNone/>
              <a:defRPr sz="1400"/>
            </a:lvl3pPr>
            <a:lvl4pPr lvl="3" algn="ctr" rtl="0">
              <a:lnSpc>
                <a:spcPct val="90000"/>
              </a:lnSpc>
              <a:spcBef>
                <a:spcPts val="400"/>
              </a:spcBef>
              <a:spcAft>
                <a:spcPts val="0"/>
              </a:spcAft>
              <a:buClr>
                <a:schemeClr val="dk1"/>
              </a:buClr>
              <a:buSzPts val="1200"/>
              <a:buNone/>
              <a:defRPr sz="1200"/>
            </a:lvl4pPr>
            <a:lvl5pPr lvl="4" algn="ctr" rtl="0">
              <a:lnSpc>
                <a:spcPct val="90000"/>
              </a:lnSpc>
              <a:spcBef>
                <a:spcPts val="400"/>
              </a:spcBef>
              <a:spcAft>
                <a:spcPts val="0"/>
              </a:spcAft>
              <a:buClr>
                <a:schemeClr val="dk1"/>
              </a:buClr>
              <a:buSzPts val="1200"/>
              <a:buNone/>
              <a:defRPr sz="1200"/>
            </a:lvl5pPr>
            <a:lvl6pPr lvl="5" algn="ctr" rtl="0">
              <a:lnSpc>
                <a:spcPct val="90000"/>
              </a:lnSpc>
              <a:spcBef>
                <a:spcPts val="400"/>
              </a:spcBef>
              <a:spcAft>
                <a:spcPts val="0"/>
              </a:spcAft>
              <a:buClr>
                <a:schemeClr val="dk1"/>
              </a:buClr>
              <a:buSzPts val="1200"/>
              <a:buNone/>
              <a:defRPr sz="1200"/>
            </a:lvl6pPr>
            <a:lvl7pPr lvl="6" algn="ctr" rtl="0">
              <a:lnSpc>
                <a:spcPct val="90000"/>
              </a:lnSpc>
              <a:spcBef>
                <a:spcPts val="400"/>
              </a:spcBef>
              <a:spcAft>
                <a:spcPts val="0"/>
              </a:spcAft>
              <a:buClr>
                <a:schemeClr val="dk1"/>
              </a:buClr>
              <a:buSzPts val="1200"/>
              <a:buNone/>
              <a:defRPr sz="1200"/>
            </a:lvl7pPr>
            <a:lvl8pPr lvl="7" algn="ctr" rtl="0">
              <a:lnSpc>
                <a:spcPct val="90000"/>
              </a:lnSpc>
              <a:spcBef>
                <a:spcPts val="400"/>
              </a:spcBef>
              <a:spcAft>
                <a:spcPts val="0"/>
              </a:spcAft>
              <a:buClr>
                <a:schemeClr val="dk1"/>
              </a:buClr>
              <a:buSzPts val="1200"/>
              <a:buNone/>
              <a:defRPr sz="1200"/>
            </a:lvl8pPr>
            <a:lvl9pPr lvl="8" algn="ctr" rtl="0">
              <a:lnSpc>
                <a:spcPct val="90000"/>
              </a:lnSpc>
              <a:spcBef>
                <a:spcPts val="400"/>
              </a:spcBef>
              <a:spcAft>
                <a:spcPts val="0"/>
              </a:spcAft>
              <a:buClr>
                <a:schemeClr val="dk1"/>
              </a:buClr>
              <a:buSzPts val="1200"/>
              <a:buNone/>
              <a:defRPr sz="1200"/>
            </a:lvl9pPr>
          </a:lstStyle>
          <a:p>
            <a:endParaRPr/>
          </a:p>
        </p:txBody>
      </p:sp>
      <p:sp>
        <p:nvSpPr>
          <p:cNvPr id="79" name="Google Shape;79;p19"/>
          <p:cNvSpPr txBox="1">
            <a:spLocks noGrp="1"/>
          </p:cNvSpPr>
          <p:nvPr>
            <p:ph type="sldNum" idx="12"/>
          </p:nvPr>
        </p:nvSpPr>
        <p:spPr>
          <a:xfrm>
            <a:off x="7020824" y="478667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sz="900" b="0" i="0" u="none" strike="noStrike" cap="none">
                <a:solidFill>
                  <a:srgbClr val="888888"/>
                </a:solidFill>
                <a:latin typeface="Arial"/>
                <a:ea typeface="Arial"/>
                <a:cs typeface="Arial"/>
                <a:sym typeface="Arial"/>
              </a:defRPr>
            </a:lvl1pPr>
            <a:lvl2pPr marL="0" lvl="1" indent="0" algn="r" rtl="0">
              <a:spcBef>
                <a:spcPts val="0"/>
              </a:spcBef>
              <a:buNone/>
              <a:defRPr sz="900" b="0" i="0" u="none" strike="noStrike" cap="none">
                <a:solidFill>
                  <a:srgbClr val="888888"/>
                </a:solidFill>
                <a:latin typeface="Arial"/>
                <a:ea typeface="Arial"/>
                <a:cs typeface="Arial"/>
                <a:sym typeface="Arial"/>
              </a:defRPr>
            </a:lvl2pPr>
            <a:lvl3pPr marL="0" lvl="2" indent="0" algn="r" rtl="0">
              <a:spcBef>
                <a:spcPts val="0"/>
              </a:spcBef>
              <a:buNone/>
              <a:defRPr sz="900" b="0" i="0" u="none" strike="noStrike" cap="none">
                <a:solidFill>
                  <a:srgbClr val="888888"/>
                </a:solidFill>
                <a:latin typeface="Arial"/>
                <a:ea typeface="Arial"/>
                <a:cs typeface="Arial"/>
                <a:sym typeface="Arial"/>
              </a:defRPr>
            </a:lvl3pPr>
            <a:lvl4pPr marL="0" lvl="3" indent="0" algn="r" rtl="0">
              <a:spcBef>
                <a:spcPts val="0"/>
              </a:spcBef>
              <a:buNone/>
              <a:defRPr sz="900" b="0" i="0" u="none" strike="noStrike" cap="none">
                <a:solidFill>
                  <a:srgbClr val="888888"/>
                </a:solidFill>
                <a:latin typeface="Arial"/>
                <a:ea typeface="Arial"/>
                <a:cs typeface="Arial"/>
                <a:sym typeface="Arial"/>
              </a:defRPr>
            </a:lvl4pPr>
            <a:lvl5pPr marL="0" lvl="4" indent="0" algn="r" rtl="0">
              <a:spcBef>
                <a:spcPts val="0"/>
              </a:spcBef>
              <a:buNone/>
              <a:defRPr sz="900" b="0" i="0" u="none" strike="noStrike" cap="none">
                <a:solidFill>
                  <a:srgbClr val="888888"/>
                </a:solidFill>
                <a:latin typeface="Arial"/>
                <a:ea typeface="Arial"/>
                <a:cs typeface="Arial"/>
                <a:sym typeface="Arial"/>
              </a:defRPr>
            </a:lvl5pPr>
            <a:lvl6pPr marL="0" lvl="5" indent="0" algn="r" rtl="0">
              <a:spcBef>
                <a:spcPts val="0"/>
              </a:spcBef>
              <a:buNone/>
              <a:defRPr sz="900" b="0" i="0" u="none" strike="noStrike" cap="none">
                <a:solidFill>
                  <a:srgbClr val="888888"/>
                </a:solidFill>
                <a:latin typeface="Arial"/>
                <a:ea typeface="Arial"/>
                <a:cs typeface="Arial"/>
                <a:sym typeface="Arial"/>
              </a:defRPr>
            </a:lvl6pPr>
            <a:lvl7pPr marL="0" lvl="6" indent="0" algn="r" rtl="0">
              <a:spcBef>
                <a:spcPts val="0"/>
              </a:spcBef>
              <a:buNone/>
              <a:defRPr sz="900" b="0" i="0" u="none" strike="noStrike" cap="none">
                <a:solidFill>
                  <a:srgbClr val="888888"/>
                </a:solidFill>
                <a:latin typeface="Arial"/>
                <a:ea typeface="Arial"/>
                <a:cs typeface="Arial"/>
                <a:sym typeface="Arial"/>
              </a:defRPr>
            </a:lvl7pPr>
            <a:lvl8pPr marL="0" lvl="7" indent="0" algn="r" rtl="0">
              <a:spcBef>
                <a:spcPts val="0"/>
              </a:spcBef>
              <a:buNone/>
              <a:defRPr sz="900" b="0" i="0" u="none" strike="noStrike" cap="none">
                <a:solidFill>
                  <a:srgbClr val="888888"/>
                </a:solidFill>
                <a:latin typeface="Arial"/>
                <a:ea typeface="Arial"/>
                <a:cs typeface="Arial"/>
                <a:sym typeface="Arial"/>
              </a:defRPr>
            </a:lvl8pPr>
            <a:lvl9pPr marL="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r>
              <a:rPr lang="nl"/>
              <a:t>Naam docent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el en object" type="obj">
  <p:cSld name="OBJECT">
    <p:spTree>
      <p:nvGrpSpPr>
        <p:cNvPr id="1" name="Shape 80"/>
        <p:cNvGrpSpPr/>
        <p:nvPr/>
      </p:nvGrpSpPr>
      <p:grpSpPr>
        <a:xfrm>
          <a:off x="0" y="0"/>
          <a:ext cx="0" cy="0"/>
          <a:chOff x="0" y="0"/>
          <a:chExt cx="0" cy="0"/>
        </a:xfrm>
      </p:grpSpPr>
      <p:sp>
        <p:nvSpPr>
          <p:cNvPr id="81" name="Google Shape;81;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3000"/>
              <a:buFont typeface="Arial"/>
              <a:buNone/>
              <a:defRPr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82" name="Google Shape;82;p20"/>
          <p:cNvSpPr txBox="1">
            <a:spLocks noGrp="1"/>
          </p:cNvSpPr>
          <p:nvPr>
            <p:ph type="body" idx="1"/>
          </p:nvPr>
        </p:nvSpPr>
        <p:spPr>
          <a:xfrm>
            <a:off x="628650" y="1369219"/>
            <a:ext cx="7886700" cy="29139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83" name="Google Shape;83;p20"/>
          <p:cNvSpPr txBox="1">
            <a:spLocks noGrp="1"/>
          </p:cNvSpPr>
          <p:nvPr>
            <p:ph type="sldNum" idx="12"/>
          </p:nvPr>
        </p:nvSpPr>
        <p:spPr>
          <a:xfrm>
            <a:off x="7020824" y="478667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sz="900" b="0" i="0" u="none" strike="noStrike" cap="none">
                <a:solidFill>
                  <a:srgbClr val="888888"/>
                </a:solidFill>
                <a:latin typeface="Arial"/>
                <a:ea typeface="Arial"/>
                <a:cs typeface="Arial"/>
                <a:sym typeface="Arial"/>
              </a:defRPr>
            </a:lvl1pPr>
            <a:lvl2pPr marL="0" lvl="1" indent="0" algn="r" rtl="0">
              <a:spcBef>
                <a:spcPts val="0"/>
              </a:spcBef>
              <a:buNone/>
              <a:defRPr sz="900" b="0" i="0" u="none" strike="noStrike" cap="none">
                <a:solidFill>
                  <a:srgbClr val="888888"/>
                </a:solidFill>
                <a:latin typeface="Arial"/>
                <a:ea typeface="Arial"/>
                <a:cs typeface="Arial"/>
                <a:sym typeface="Arial"/>
              </a:defRPr>
            </a:lvl2pPr>
            <a:lvl3pPr marL="0" lvl="2" indent="0" algn="r" rtl="0">
              <a:spcBef>
                <a:spcPts val="0"/>
              </a:spcBef>
              <a:buNone/>
              <a:defRPr sz="900" b="0" i="0" u="none" strike="noStrike" cap="none">
                <a:solidFill>
                  <a:srgbClr val="888888"/>
                </a:solidFill>
                <a:latin typeface="Arial"/>
                <a:ea typeface="Arial"/>
                <a:cs typeface="Arial"/>
                <a:sym typeface="Arial"/>
              </a:defRPr>
            </a:lvl3pPr>
            <a:lvl4pPr marL="0" lvl="3" indent="0" algn="r" rtl="0">
              <a:spcBef>
                <a:spcPts val="0"/>
              </a:spcBef>
              <a:buNone/>
              <a:defRPr sz="900" b="0" i="0" u="none" strike="noStrike" cap="none">
                <a:solidFill>
                  <a:srgbClr val="888888"/>
                </a:solidFill>
                <a:latin typeface="Arial"/>
                <a:ea typeface="Arial"/>
                <a:cs typeface="Arial"/>
                <a:sym typeface="Arial"/>
              </a:defRPr>
            </a:lvl4pPr>
            <a:lvl5pPr marL="0" lvl="4" indent="0" algn="r" rtl="0">
              <a:spcBef>
                <a:spcPts val="0"/>
              </a:spcBef>
              <a:buNone/>
              <a:defRPr sz="900" b="0" i="0" u="none" strike="noStrike" cap="none">
                <a:solidFill>
                  <a:srgbClr val="888888"/>
                </a:solidFill>
                <a:latin typeface="Arial"/>
                <a:ea typeface="Arial"/>
                <a:cs typeface="Arial"/>
                <a:sym typeface="Arial"/>
              </a:defRPr>
            </a:lvl5pPr>
            <a:lvl6pPr marL="0" lvl="5" indent="0" algn="r" rtl="0">
              <a:spcBef>
                <a:spcPts val="0"/>
              </a:spcBef>
              <a:buNone/>
              <a:defRPr sz="900" b="0" i="0" u="none" strike="noStrike" cap="none">
                <a:solidFill>
                  <a:srgbClr val="888888"/>
                </a:solidFill>
                <a:latin typeface="Arial"/>
                <a:ea typeface="Arial"/>
                <a:cs typeface="Arial"/>
                <a:sym typeface="Arial"/>
              </a:defRPr>
            </a:lvl6pPr>
            <a:lvl7pPr marL="0" lvl="6" indent="0" algn="r" rtl="0">
              <a:spcBef>
                <a:spcPts val="0"/>
              </a:spcBef>
              <a:buNone/>
              <a:defRPr sz="900" b="0" i="0" u="none" strike="noStrike" cap="none">
                <a:solidFill>
                  <a:srgbClr val="888888"/>
                </a:solidFill>
                <a:latin typeface="Arial"/>
                <a:ea typeface="Arial"/>
                <a:cs typeface="Arial"/>
                <a:sym typeface="Arial"/>
              </a:defRPr>
            </a:lvl7pPr>
            <a:lvl8pPr marL="0" lvl="7" indent="0" algn="r" rtl="0">
              <a:spcBef>
                <a:spcPts val="0"/>
              </a:spcBef>
              <a:buNone/>
              <a:defRPr sz="900" b="0" i="0" u="none" strike="noStrike" cap="none">
                <a:solidFill>
                  <a:srgbClr val="888888"/>
                </a:solidFill>
                <a:latin typeface="Arial"/>
                <a:ea typeface="Arial"/>
                <a:cs typeface="Arial"/>
                <a:sym typeface="Arial"/>
              </a:defRPr>
            </a:lvl8pPr>
            <a:lvl9pPr marL="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r>
              <a:rPr lang="nl"/>
              <a:t>Naam docent</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gelijking">
  <p:cSld name="Vergelijking">
    <p:spTree>
      <p:nvGrpSpPr>
        <p:cNvPr id="1" name="Shape 84"/>
        <p:cNvGrpSpPr/>
        <p:nvPr/>
      </p:nvGrpSpPr>
      <p:grpSpPr>
        <a:xfrm>
          <a:off x="0" y="0"/>
          <a:ext cx="0" cy="0"/>
          <a:chOff x="0" y="0"/>
          <a:chExt cx="0" cy="0"/>
        </a:xfrm>
      </p:grpSpPr>
      <p:sp>
        <p:nvSpPr>
          <p:cNvPr id="85" name="Google Shape;85;p2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3000"/>
              <a:buFont typeface="Arial"/>
              <a:buNone/>
              <a:defRPr b="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86" name="Google Shape;86;p2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ctr" anchorCtr="0">
            <a:normAutofit/>
          </a:bodyPr>
          <a:lstStyle>
            <a:lvl1pPr marL="457200" lvl="0" indent="-228600" algn="l" rtl="0">
              <a:lnSpc>
                <a:spcPct val="90000"/>
              </a:lnSpc>
              <a:spcBef>
                <a:spcPts val="80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87" name="Google Shape;87;p21"/>
          <p:cNvSpPr txBox="1">
            <a:spLocks noGrp="1"/>
          </p:cNvSpPr>
          <p:nvPr>
            <p:ph type="body" idx="2"/>
          </p:nvPr>
        </p:nvSpPr>
        <p:spPr>
          <a:xfrm>
            <a:off x="4626768" y="1297451"/>
            <a:ext cx="3887400" cy="618000"/>
          </a:xfrm>
          <a:prstGeom prst="rect">
            <a:avLst/>
          </a:prstGeom>
          <a:noFill/>
          <a:ln>
            <a:noFill/>
          </a:ln>
        </p:spPr>
        <p:txBody>
          <a:bodyPr spcFirstLastPara="1" wrap="square" lIns="68575" tIns="34275" rIns="68575" bIns="34275" anchor="ctr" anchorCtr="0">
            <a:normAutofit/>
          </a:bodyPr>
          <a:lstStyle>
            <a:lvl1pPr marL="457200" lvl="0" indent="-228600" algn="l" rtl="0">
              <a:lnSpc>
                <a:spcPct val="90000"/>
              </a:lnSpc>
              <a:spcBef>
                <a:spcPts val="80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88" name="Google Shape;88;p21"/>
          <p:cNvSpPr txBox="1">
            <a:spLocks noGrp="1"/>
          </p:cNvSpPr>
          <p:nvPr>
            <p:ph type="sldNum" idx="12"/>
          </p:nvPr>
        </p:nvSpPr>
        <p:spPr>
          <a:xfrm>
            <a:off x="7020824" y="478667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sz="900" b="0" i="0" u="none" strike="noStrike" cap="none">
                <a:solidFill>
                  <a:srgbClr val="888888"/>
                </a:solidFill>
                <a:latin typeface="Arial"/>
                <a:ea typeface="Arial"/>
                <a:cs typeface="Arial"/>
                <a:sym typeface="Arial"/>
              </a:defRPr>
            </a:lvl1pPr>
            <a:lvl2pPr marL="0" lvl="1" indent="0" algn="r" rtl="0">
              <a:spcBef>
                <a:spcPts val="0"/>
              </a:spcBef>
              <a:buNone/>
              <a:defRPr sz="900" b="0" i="0" u="none" strike="noStrike" cap="none">
                <a:solidFill>
                  <a:srgbClr val="888888"/>
                </a:solidFill>
                <a:latin typeface="Arial"/>
                <a:ea typeface="Arial"/>
                <a:cs typeface="Arial"/>
                <a:sym typeface="Arial"/>
              </a:defRPr>
            </a:lvl2pPr>
            <a:lvl3pPr marL="0" lvl="2" indent="0" algn="r" rtl="0">
              <a:spcBef>
                <a:spcPts val="0"/>
              </a:spcBef>
              <a:buNone/>
              <a:defRPr sz="900" b="0" i="0" u="none" strike="noStrike" cap="none">
                <a:solidFill>
                  <a:srgbClr val="888888"/>
                </a:solidFill>
                <a:latin typeface="Arial"/>
                <a:ea typeface="Arial"/>
                <a:cs typeface="Arial"/>
                <a:sym typeface="Arial"/>
              </a:defRPr>
            </a:lvl3pPr>
            <a:lvl4pPr marL="0" lvl="3" indent="0" algn="r" rtl="0">
              <a:spcBef>
                <a:spcPts val="0"/>
              </a:spcBef>
              <a:buNone/>
              <a:defRPr sz="900" b="0" i="0" u="none" strike="noStrike" cap="none">
                <a:solidFill>
                  <a:srgbClr val="888888"/>
                </a:solidFill>
                <a:latin typeface="Arial"/>
                <a:ea typeface="Arial"/>
                <a:cs typeface="Arial"/>
                <a:sym typeface="Arial"/>
              </a:defRPr>
            </a:lvl4pPr>
            <a:lvl5pPr marL="0" lvl="4" indent="0" algn="r" rtl="0">
              <a:spcBef>
                <a:spcPts val="0"/>
              </a:spcBef>
              <a:buNone/>
              <a:defRPr sz="900" b="0" i="0" u="none" strike="noStrike" cap="none">
                <a:solidFill>
                  <a:srgbClr val="888888"/>
                </a:solidFill>
                <a:latin typeface="Arial"/>
                <a:ea typeface="Arial"/>
                <a:cs typeface="Arial"/>
                <a:sym typeface="Arial"/>
              </a:defRPr>
            </a:lvl5pPr>
            <a:lvl6pPr marL="0" lvl="5" indent="0" algn="r" rtl="0">
              <a:spcBef>
                <a:spcPts val="0"/>
              </a:spcBef>
              <a:buNone/>
              <a:defRPr sz="900" b="0" i="0" u="none" strike="noStrike" cap="none">
                <a:solidFill>
                  <a:srgbClr val="888888"/>
                </a:solidFill>
                <a:latin typeface="Arial"/>
                <a:ea typeface="Arial"/>
                <a:cs typeface="Arial"/>
                <a:sym typeface="Arial"/>
              </a:defRPr>
            </a:lvl6pPr>
            <a:lvl7pPr marL="0" lvl="6" indent="0" algn="r" rtl="0">
              <a:spcBef>
                <a:spcPts val="0"/>
              </a:spcBef>
              <a:buNone/>
              <a:defRPr sz="900" b="0" i="0" u="none" strike="noStrike" cap="none">
                <a:solidFill>
                  <a:srgbClr val="888888"/>
                </a:solidFill>
                <a:latin typeface="Arial"/>
                <a:ea typeface="Arial"/>
                <a:cs typeface="Arial"/>
                <a:sym typeface="Arial"/>
              </a:defRPr>
            </a:lvl7pPr>
            <a:lvl8pPr marL="0" lvl="7" indent="0" algn="r" rtl="0">
              <a:spcBef>
                <a:spcPts val="0"/>
              </a:spcBef>
              <a:buNone/>
              <a:defRPr sz="900" b="0" i="0" u="none" strike="noStrike" cap="none">
                <a:solidFill>
                  <a:srgbClr val="888888"/>
                </a:solidFill>
                <a:latin typeface="Arial"/>
                <a:ea typeface="Arial"/>
                <a:cs typeface="Arial"/>
                <a:sym typeface="Arial"/>
              </a:defRPr>
            </a:lvl8pPr>
            <a:lvl9pPr marL="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r>
              <a:rPr lang="nl"/>
              <a:t>Naam docent</a:t>
            </a:r>
            <a:endParaRPr/>
          </a:p>
        </p:txBody>
      </p:sp>
      <p:sp>
        <p:nvSpPr>
          <p:cNvPr id="89" name="Google Shape;89;p21"/>
          <p:cNvSpPr txBox="1">
            <a:spLocks noGrp="1"/>
          </p:cNvSpPr>
          <p:nvPr>
            <p:ph type="body" idx="3"/>
          </p:nvPr>
        </p:nvSpPr>
        <p:spPr>
          <a:xfrm>
            <a:off x="629841" y="1953815"/>
            <a:ext cx="3868500" cy="2639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b="0"/>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90" name="Google Shape;90;p21"/>
          <p:cNvSpPr txBox="1">
            <a:spLocks noGrp="1"/>
          </p:cNvSpPr>
          <p:nvPr>
            <p:ph type="body" idx="4"/>
          </p:nvPr>
        </p:nvSpPr>
        <p:spPr>
          <a:xfrm>
            <a:off x="4629150" y="1944819"/>
            <a:ext cx="3885000" cy="2639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800"/>
              <a:buNone/>
              <a:defRPr sz="1800" b="0"/>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hyperlink" Target="https://www.pxl.be/" TargetMode="External"/><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5" Type="http://schemas.openxmlformats.org/officeDocument/2006/relationships/theme" Target="../theme/theme4.xml"/><Relationship Id="rId4"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nl"/>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a:alphaModFix/>
          </a:blip>
          <a:srcRect t="17035" r="5204" b="6266"/>
          <a:stretch/>
        </p:blipFill>
        <p:spPr>
          <a:xfrm>
            <a:off x="2764240" y="0"/>
            <a:ext cx="6379762" cy="5143498"/>
          </a:xfrm>
          <a:prstGeom prst="rect">
            <a:avLst/>
          </a:prstGeom>
          <a:noFill/>
          <a:ln>
            <a:noFill/>
          </a:ln>
        </p:spPr>
      </p:pic>
      <p:sp>
        <p:nvSpPr>
          <p:cNvPr id="52" name="Google Shape;52;p13"/>
          <p:cNvSpPr txBox="1">
            <a:spLocks noGrp="1"/>
          </p:cNvSpPr>
          <p:nvPr>
            <p:ph type="title"/>
          </p:nvPr>
        </p:nvSpPr>
        <p:spPr>
          <a:xfrm>
            <a:off x="244106" y="884321"/>
            <a:ext cx="3086100" cy="15459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53" name="Google Shape;53;p13"/>
          <p:cNvSpPr txBox="1">
            <a:spLocks noGrp="1"/>
          </p:cNvSpPr>
          <p:nvPr>
            <p:ph type="body" idx="1"/>
          </p:nvPr>
        </p:nvSpPr>
        <p:spPr>
          <a:xfrm>
            <a:off x="244105" y="2442410"/>
            <a:ext cx="3305400" cy="1167000"/>
          </a:xfrm>
          <a:prstGeom prst="rect">
            <a:avLst/>
          </a:prstGeom>
          <a:noFill/>
          <a:ln>
            <a:noFill/>
          </a:ln>
        </p:spPr>
        <p:txBody>
          <a:bodyPr spcFirstLastPara="1" wrap="square" lIns="68575" tIns="34275" rIns="68575" bIns="34275" anchor="t" anchorCtr="0">
            <a:normAutofit/>
          </a:bodyPr>
          <a:lstStyle>
            <a:lvl1pPr marL="457200" marR="0" lvl="0" indent="-228600" algn="l" rtl="0">
              <a:lnSpc>
                <a:spcPct val="90000"/>
              </a:lnSpc>
              <a:spcBef>
                <a:spcPts val="800"/>
              </a:spcBef>
              <a:spcAft>
                <a:spcPts val="0"/>
              </a:spcAft>
              <a:buClr>
                <a:schemeClr val="dk1"/>
              </a:buClr>
              <a:buSzPts val="2100"/>
              <a:buFont typeface="Arial"/>
              <a:buNone/>
              <a:defRPr sz="2100" b="1" i="0" u="none" strike="noStrike" cap="none">
                <a:solidFill>
                  <a:schemeClr val="dk1"/>
                </a:solidFill>
                <a:latin typeface="Arial"/>
                <a:ea typeface="Arial"/>
                <a:cs typeface="Arial"/>
                <a:sym typeface="Arial"/>
              </a:defRPr>
            </a:lvl1pPr>
            <a:lvl2pPr marL="914400" marR="0" lvl="1" indent="-228600"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400"/>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pic>
        <p:nvPicPr>
          <p:cNvPr id="54" name="Google Shape;54;p13"/>
          <p:cNvPicPr preferRelativeResize="0"/>
          <p:nvPr/>
        </p:nvPicPr>
        <p:blipFill rotWithShape="1">
          <a:blip>
            <a:alphaModFix/>
          </a:blip>
          <a:srcRect/>
          <a:stretch/>
        </p:blipFill>
        <p:spPr>
          <a:xfrm>
            <a:off x="244105" y="3894644"/>
            <a:ext cx="2701556" cy="729071"/>
          </a:xfrm>
          <a:prstGeom prst="rect">
            <a:avLst/>
          </a:prstGeom>
          <a:noFill/>
          <a:ln>
            <a:noFill/>
          </a:ln>
        </p:spPr>
      </p:pic>
      <p:sp>
        <p:nvSpPr>
          <p:cNvPr id="55" name="Google Shape;55;p13"/>
          <p:cNvSpPr txBox="1"/>
          <p:nvPr/>
        </p:nvSpPr>
        <p:spPr>
          <a:xfrm>
            <a:off x="337856" y="4704359"/>
            <a:ext cx="3499200" cy="3585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nl" sz="1100" b="0" i="0" u="none" strike="noStrike" cap="none">
                <a:solidFill>
                  <a:schemeClr val="dk1"/>
                </a:solidFill>
                <a:latin typeface="Arial"/>
                <a:ea typeface="Arial"/>
                <a:cs typeface="Arial"/>
                <a:sym typeface="Arial"/>
              </a:rPr>
              <a:t>Elfde-Liniestraat 24, 3500 Hasselt</a:t>
            </a:r>
            <a:endParaRPr sz="1100"/>
          </a:p>
          <a:p>
            <a:pPr marL="0" marR="0" lvl="0" indent="0" algn="l" rtl="0">
              <a:lnSpc>
                <a:spcPct val="100000"/>
              </a:lnSpc>
              <a:spcBef>
                <a:spcPts val="0"/>
              </a:spcBef>
              <a:spcAft>
                <a:spcPts val="0"/>
              </a:spcAft>
              <a:buClr>
                <a:schemeClr val="dk1"/>
              </a:buClr>
              <a:buSzPts val="1100"/>
              <a:buFont typeface="Arial"/>
              <a:buNone/>
            </a:pPr>
            <a:r>
              <a:rPr lang="nl" sz="1100" b="0" i="0" u="sng" strike="noStrike" cap="none">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www.pxl.be</a:t>
            </a: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100"/>
              <a:buFont typeface="Arial"/>
              <a:buNone/>
            </a:pPr>
            <a:r>
              <a:rPr lang="nl" sz="1100" b="0" i="0" u="none" strike="noStrike" cap="none">
                <a:solidFill>
                  <a:schemeClr val="dk1"/>
                </a:solidFill>
                <a:latin typeface="Arial"/>
                <a:ea typeface="Arial"/>
                <a:cs typeface="Arial"/>
                <a:sym typeface="Arial"/>
              </a:rPr>
              <a:t>.</a:t>
            </a:r>
            <a:endParaRPr sz="15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
        <p:cNvGrpSpPr/>
        <p:nvPr/>
      </p:nvGrpSpPr>
      <p:grpSpPr>
        <a:xfrm>
          <a:off x="0" y="0"/>
          <a:ext cx="0" cy="0"/>
          <a:chOff x="0" y="0"/>
          <a:chExt cx="0" cy="0"/>
        </a:xfrm>
      </p:grpSpPr>
      <p:pic>
        <p:nvPicPr>
          <p:cNvPr id="60" name="Google Shape;60;p15"/>
          <p:cNvPicPr preferRelativeResize="0"/>
          <p:nvPr/>
        </p:nvPicPr>
        <p:blipFill rotWithShape="1">
          <a:blip>
            <a:alphaModFix/>
          </a:blip>
          <a:srcRect/>
          <a:stretch/>
        </p:blipFill>
        <p:spPr>
          <a:xfrm>
            <a:off x="4572000" y="0"/>
            <a:ext cx="4572000" cy="5143500"/>
          </a:xfrm>
          <a:prstGeom prst="rect">
            <a:avLst/>
          </a:prstGeom>
          <a:noFill/>
          <a:ln>
            <a:noFill/>
          </a:ln>
        </p:spPr>
      </p:pic>
      <p:sp>
        <p:nvSpPr>
          <p:cNvPr id="61" name="Google Shape;61;p15"/>
          <p:cNvSpPr txBox="1">
            <a:spLocks noGrp="1"/>
          </p:cNvSpPr>
          <p:nvPr>
            <p:ph type="title"/>
          </p:nvPr>
        </p:nvSpPr>
        <p:spPr>
          <a:xfrm>
            <a:off x="300790" y="735367"/>
            <a:ext cx="3741900" cy="18366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2600"/>
              <a:buFont typeface="Arial"/>
              <a:buNone/>
              <a:defRPr sz="2600" b="1" i="0" u="none" strike="noStrike" cap="non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62" name="Google Shape;62;p15"/>
          <p:cNvSpPr txBox="1">
            <a:spLocks noGrp="1"/>
          </p:cNvSpPr>
          <p:nvPr>
            <p:ph type="body" idx="1"/>
          </p:nvPr>
        </p:nvSpPr>
        <p:spPr>
          <a:xfrm>
            <a:off x="300789" y="2671010"/>
            <a:ext cx="3741900" cy="1877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pic>
        <p:nvPicPr>
          <p:cNvPr id="63" name="Google Shape;63;p15"/>
          <p:cNvPicPr preferRelativeResize="0"/>
          <p:nvPr/>
        </p:nvPicPr>
        <p:blipFill rotWithShape="1">
          <a:blip>
            <a:alphaModFix/>
          </a:blip>
          <a:srcRect/>
          <a:stretch/>
        </p:blipFill>
        <p:spPr>
          <a:xfrm>
            <a:off x="8607623" y="262046"/>
            <a:ext cx="298849" cy="29982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69" name="Google Shape;69;p17"/>
          <p:cNvSpPr txBox="1">
            <a:spLocks noGrp="1"/>
          </p:cNvSpPr>
          <p:nvPr>
            <p:ph type="body" idx="1"/>
          </p:nvPr>
        </p:nvSpPr>
        <p:spPr>
          <a:xfrm>
            <a:off x="628650" y="1369219"/>
            <a:ext cx="7886700" cy="2913900"/>
          </a:xfrm>
          <a:prstGeom prst="rect">
            <a:avLst/>
          </a:prstGeom>
          <a:noFill/>
          <a:ln>
            <a:noFill/>
          </a:ln>
        </p:spPr>
        <p:txBody>
          <a:bodyPr spcFirstLastPara="1" wrap="square" lIns="68575" tIns="34275" rIns="68575" bIns="34275" anchor="t" anchorCtr="0">
            <a:normAutofit/>
          </a:bodyPr>
          <a:lstStyle>
            <a:lvl1pPr marL="457200" marR="0" lvl="0" indent="-228600" algn="l" rtl="0">
              <a:lnSpc>
                <a:spcPct val="90000"/>
              </a:lnSpc>
              <a:spcBef>
                <a:spcPts val="8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70" name="Google Shape;70;p17"/>
          <p:cNvSpPr txBox="1">
            <a:spLocks noGrp="1"/>
          </p:cNvSpPr>
          <p:nvPr>
            <p:ph type="sldNum" idx="12"/>
          </p:nvPr>
        </p:nvSpPr>
        <p:spPr>
          <a:xfrm>
            <a:off x="7020824" y="478667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r>
              <a:rPr lang="nl"/>
              <a:t>Naam docent</a:t>
            </a:r>
            <a:endParaRPr sz="1100">
              <a:solidFill>
                <a:srgbClr val="000000"/>
              </a:solidFill>
            </a:endParaRPr>
          </a:p>
        </p:txBody>
      </p:sp>
      <p:pic>
        <p:nvPicPr>
          <p:cNvPr id="71" name="Google Shape;71;p17"/>
          <p:cNvPicPr preferRelativeResize="0"/>
          <p:nvPr/>
        </p:nvPicPr>
        <p:blipFill rotWithShape="1">
          <a:blip>
            <a:alphaModFix/>
          </a:blip>
          <a:srcRect/>
          <a:stretch/>
        </p:blipFill>
        <p:spPr>
          <a:xfrm>
            <a:off x="175763" y="4549852"/>
            <a:ext cx="1755070" cy="47364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playwright.dev/java/"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hyperlink" Target="https://playwright.dev/java/docs/api/class-browsercontext" TargetMode="External"/><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hyperlink" Target="https://playwright.dev/java/docs/api/class-page"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hyperlink" Target="https://playwright.dev/docs/api/class-page#page-locator" TargetMode="External"/><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8" Type="http://schemas.openxmlformats.org/officeDocument/2006/relationships/hyperlink" Target="https://playwright.dev/java/docs/locators#locate-by-title" TargetMode="External"/><Relationship Id="rId3" Type="http://schemas.openxmlformats.org/officeDocument/2006/relationships/hyperlink" Target="https://playwright.dev/java/docs/locators#locate-by-role" TargetMode="External"/><Relationship Id="rId7" Type="http://schemas.openxmlformats.org/officeDocument/2006/relationships/hyperlink" Target="https://playwright.dev/java/docs/locators#locate-by-alt-text" TargetMode="External"/><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hyperlink" Target="https://playwright.dev/java/docs/locators#locate-by-placeholder" TargetMode="External"/><Relationship Id="rId5" Type="http://schemas.openxmlformats.org/officeDocument/2006/relationships/hyperlink" Target="https://playwright.dev/java/docs/locators#locate-by-label" TargetMode="External"/><Relationship Id="rId4" Type="http://schemas.openxmlformats.org/officeDocument/2006/relationships/hyperlink" Target="https://playwright.dev/java/docs/locators#locate-by-text" TargetMode="External"/><Relationship Id="rId9" Type="http://schemas.openxmlformats.org/officeDocument/2006/relationships/hyperlink" Target="https://playwright.dev/java/docs/locators#locate-by-test-id"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hyperlink" Target="https://playwright.dev/java/docs/locators" TargetMode="External"/><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hyperlink" Target="https://playwright.dev/java/docs/input" TargetMode="External"/><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hyperlink" Target="https://playwright.dev/java/docs/api/class-locatorassertions" TargetMode="External"/><Relationship Id="rId2" Type="http://schemas.openxmlformats.org/officeDocument/2006/relationships/notesSlide" Target="../notesSlides/notesSlide22.xml"/><Relationship Id="rId1" Type="http://schemas.openxmlformats.org/officeDocument/2006/relationships/slideLayout" Target="../slideLayouts/slideLayout14.xml"/><Relationship Id="rId5" Type="http://schemas.openxmlformats.org/officeDocument/2006/relationships/hyperlink" Target="https://playwright.dev/java/docs/test-assertions" TargetMode="External"/><Relationship Id="rId4" Type="http://schemas.openxmlformats.org/officeDocument/2006/relationships/hyperlink" Target="https://playwright.dev/java/docs/api/class-locator"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2"/>
          <p:cNvSpPr txBox="1">
            <a:spLocks noGrp="1"/>
          </p:cNvSpPr>
          <p:nvPr>
            <p:ph type="ctrTitle"/>
          </p:nvPr>
        </p:nvSpPr>
        <p:spPr>
          <a:xfrm>
            <a:off x="348915" y="1118938"/>
            <a:ext cx="3170700" cy="964500"/>
          </a:xfrm>
          <a:prstGeom prst="rect">
            <a:avLst/>
          </a:prstGeom>
          <a:noFill/>
          <a:ln>
            <a:noFill/>
          </a:ln>
        </p:spPr>
        <p:txBody>
          <a:bodyPr spcFirstLastPara="1" wrap="square" lIns="68575" tIns="34275" rIns="68575" bIns="34275" anchor="t" anchorCtr="0">
            <a:normAutofit fontScale="90000"/>
          </a:bodyPr>
          <a:lstStyle/>
          <a:p>
            <a:pPr marL="0" lvl="0" indent="0" algn="l" rtl="0">
              <a:lnSpc>
                <a:spcPct val="90000"/>
              </a:lnSpc>
              <a:spcBef>
                <a:spcPts val="0"/>
              </a:spcBef>
              <a:spcAft>
                <a:spcPts val="0"/>
              </a:spcAft>
              <a:buClr>
                <a:schemeClr val="dk1"/>
              </a:buClr>
              <a:buSzPct val="100000"/>
              <a:buFont typeface="Arial"/>
              <a:buNone/>
            </a:pPr>
            <a:r>
              <a:rPr lang="nl" dirty="0"/>
              <a:t>Automated Software Testing</a:t>
            </a:r>
            <a:endParaRPr dirty="0"/>
          </a:p>
        </p:txBody>
      </p:sp>
      <p:sp>
        <p:nvSpPr>
          <p:cNvPr id="96" name="Google Shape;96;p22"/>
          <p:cNvSpPr txBox="1">
            <a:spLocks noGrp="1"/>
          </p:cNvSpPr>
          <p:nvPr>
            <p:ph type="body" idx="1"/>
          </p:nvPr>
        </p:nvSpPr>
        <p:spPr>
          <a:xfrm>
            <a:off x="348915" y="2329548"/>
            <a:ext cx="3305400" cy="11670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None/>
            </a:pPr>
            <a:r>
              <a:rPr lang="nl" dirty="0"/>
              <a:t>03. Web testing with Playwright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3"/>
          <p:cNvSpPr txBox="1">
            <a:spLocks noGrp="1"/>
          </p:cNvSpPr>
          <p:nvPr>
            <p:ph type="title"/>
          </p:nvPr>
        </p:nvSpPr>
        <p:spPr>
          <a:xfrm>
            <a:off x="1379846" y="167735"/>
            <a:ext cx="3741900" cy="1836600"/>
          </a:xfrm>
          <a:prstGeom prst="rect">
            <a:avLst/>
          </a:prstGeom>
          <a:noFill/>
          <a:ln>
            <a:noFill/>
          </a:ln>
        </p:spPr>
        <p:txBody>
          <a:bodyPr spcFirstLastPara="1" wrap="square" lIns="68575" tIns="34275" rIns="68575" bIns="34275" anchor="t" anchorCtr="0">
            <a:normAutofit/>
          </a:bodyPr>
          <a:lstStyle/>
          <a:p>
            <a:pPr marL="0" lvl="0" indent="0" algn="l" rtl="0">
              <a:lnSpc>
                <a:spcPct val="90000"/>
              </a:lnSpc>
              <a:spcBef>
                <a:spcPts val="0"/>
              </a:spcBef>
              <a:spcAft>
                <a:spcPts val="0"/>
              </a:spcAft>
              <a:buClr>
                <a:schemeClr val="dk1"/>
              </a:buClr>
              <a:buSzPts val="2600"/>
              <a:buFont typeface="Arial"/>
              <a:buNone/>
            </a:pPr>
            <a:r>
              <a:rPr lang="nl"/>
              <a:t>The student</a:t>
            </a:r>
            <a:endParaRPr/>
          </a:p>
        </p:txBody>
      </p:sp>
      <p:sp>
        <p:nvSpPr>
          <p:cNvPr id="102" name="Google Shape;102;p23"/>
          <p:cNvSpPr txBox="1">
            <a:spLocks noGrp="1"/>
          </p:cNvSpPr>
          <p:nvPr>
            <p:ph type="body" idx="1"/>
          </p:nvPr>
        </p:nvSpPr>
        <p:spPr>
          <a:xfrm>
            <a:off x="300800" y="1199400"/>
            <a:ext cx="4204500" cy="3663600"/>
          </a:xfrm>
          <a:prstGeom prst="rect">
            <a:avLst/>
          </a:prstGeom>
          <a:noFill/>
          <a:ln>
            <a:noFill/>
          </a:ln>
        </p:spPr>
        <p:txBody>
          <a:bodyPr spcFirstLastPara="1" wrap="square" lIns="68575" tIns="34275" rIns="68575" bIns="34275" anchor="t" anchorCtr="0">
            <a:noAutofit/>
          </a:bodyPr>
          <a:lstStyle/>
          <a:p>
            <a:pPr marL="457200" lvl="0" indent="-311150" algn="l" rtl="0">
              <a:lnSpc>
                <a:spcPct val="115000"/>
              </a:lnSpc>
              <a:spcBef>
                <a:spcPts val="1200"/>
              </a:spcBef>
              <a:spcAft>
                <a:spcPts val="0"/>
              </a:spcAft>
              <a:buSzPts val="1300"/>
              <a:buChar char="●"/>
            </a:pPr>
            <a:r>
              <a:rPr lang="nl" sz="1300" b="1"/>
              <a:t>Understands Key Concepts in Playwright</a:t>
            </a:r>
            <a:r>
              <a:rPr lang="nl" sz="1300"/>
              <a:t>:</a:t>
            </a:r>
            <a:endParaRPr sz="1300"/>
          </a:p>
          <a:p>
            <a:pPr marL="914400" lvl="1" indent="-311150" algn="l" rtl="0">
              <a:lnSpc>
                <a:spcPct val="115000"/>
              </a:lnSpc>
              <a:spcBef>
                <a:spcPts val="0"/>
              </a:spcBef>
              <a:spcAft>
                <a:spcPts val="0"/>
              </a:spcAft>
              <a:buSzPts val="1300"/>
              <a:buChar char="○"/>
            </a:pPr>
            <a:r>
              <a:rPr lang="nl" sz="1300"/>
              <a:t>Define browser, browser context, page, and locators.</a:t>
            </a:r>
            <a:endParaRPr sz="1300"/>
          </a:p>
          <a:p>
            <a:pPr marL="457200" lvl="0" indent="-311150" algn="l" rtl="0">
              <a:lnSpc>
                <a:spcPct val="115000"/>
              </a:lnSpc>
              <a:spcBef>
                <a:spcPts val="0"/>
              </a:spcBef>
              <a:spcAft>
                <a:spcPts val="0"/>
              </a:spcAft>
              <a:buSzPts val="1300"/>
              <a:buChar char="●"/>
            </a:pPr>
            <a:r>
              <a:rPr lang="nl" sz="1300" b="1"/>
              <a:t>Masters Locators and Element Interaction</a:t>
            </a:r>
            <a:endParaRPr sz="1300"/>
          </a:p>
          <a:p>
            <a:pPr marL="914400" lvl="1" indent="-311150" algn="l" rtl="0">
              <a:lnSpc>
                <a:spcPct val="115000"/>
              </a:lnSpc>
              <a:spcBef>
                <a:spcPts val="0"/>
              </a:spcBef>
              <a:spcAft>
                <a:spcPts val="0"/>
              </a:spcAft>
              <a:buSzPts val="1300"/>
              <a:buChar char="○"/>
            </a:pPr>
            <a:r>
              <a:rPr lang="nl" sz="1300"/>
              <a:t>Use different locator strategie to interact with elements.</a:t>
            </a:r>
            <a:endParaRPr sz="1300"/>
          </a:p>
          <a:p>
            <a:pPr marL="457200" lvl="0" indent="-311150" algn="l" rtl="0">
              <a:lnSpc>
                <a:spcPct val="115000"/>
              </a:lnSpc>
              <a:spcBef>
                <a:spcPts val="0"/>
              </a:spcBef>
              <a:spcAft>
                <a:spcPts val="0"/>
              </a:spcAft>
              <a:buSzPts val="1300"/>
              <a:buChar char="●"/>
            </a:pPr>
            <a:r>
              <a:rPr lang="nl" sz="1300" b="1"/>
              <a:t>Can Implement Assertions Using Locator Assertions</a:t>
            </a:r>
            <a:endParaRPr sz="1300"/>
          </a:p>
          <a:p>
            <a:pPr marL="914400" lvl="1" indent="-311150" algn="l" rtl="0">
              <a:lnSpc>
                <a:spcPct val="115000"/>
              </a:lnSpc>
              <a:spcBef>
                <a:spcPts val="0"/>
              </a:spcBef>
              <a:spcAft>
                <a:spcPts val="0"/>
              </a:spcAft>
              <a:buSzPts val="1300"/>
              <a:buChar char="○"/>
            </a:pPr>
            <a:r>
              <a:rPr lang="nl" sz="1300"/>
              <a:t>Validate element states (visibility, text, enabled/disabled) using built-in assertions.</a:t>
            </a:r>
            <a:endParaRPr sz="1300"/>
          </a:p>
          <a:p>
            <a:pPr marL="457200" lvl="0" indent="-311150" algn="l" rtl="0">
              <a:lnSpc>
                <a:spcPct val="115000"/>
              </a:lnSpc>
              <a:spcBef>
                <a:spcPts val="0"/>
              </a:spcBef>
              <a:spcAft>
                <a:spcPts val="0"/>
              </a:spcAft>
              <a:buSzPts val="1300"/>
              <a:buChar char="●"/>
            </a:pPr>
            <a:r>
              <a:rPr lang="nl" sz="1300" b="1"/>
              <a:t>Can Develop and Run Test Scenarios in Playwright</a:t>
            </a:r>
            <a:endParaRPr sz="1300"/>
          </a:p>
          <a:p>
            <a:pPr marL="914400" lvl="1" indent="-311150" algn="l" rtl="0">
              <a:lnSpc>
                <a:spcPct val="115000"/>
              </a:lnSpc>
              <a:spcBef>
                <a:spcPts val="0"/>
              </a:spcBef>
              <a:spcAft>
                <a:spcPts val="0"/>
              </a:spcAft>
              <a:buSzPts val="1300"/>
              <a:buChar char="○"/>
            </a:pPr>
            <a:r>
              <a:rPr lang="nl" sz="1300"/>
              <a:t>Design and execute automated test cases covering end-to-end user flows.</a:t>
            </a:r>
            <a:endParaRPr sz="1300"/>
          </a:p>
          <a:p>
            <a:pPr marL="0" lvl="0" indent="0" algn="l" rtl="0">
              <a:lnSpc>
                <a:spcPct val="115000"/>
              </a:lnSpc>
              <a:spcBef>
                <a:spcPts val="1200"/>
              </a:spcBef>
              <a:spcAft>
                <a:spcPts val="0"/>
              </a:spcAft>
              <a:buNone/>
            </a:pPr>
            <a:endParaRPr sz="1600"/>
          </a:p>
        </p:txBody>
      </p:sp>
      <p:pic>
        <p:nvPicPr>
          <p:cNvPr id="103" name="Google Shape;103;p23"/>
          <p:cNvPicPr preferRelativeResize="0"/>
          <p:nvPr/>
        </p:nvPicPr>
        <p:blipFill>
          <a:blip>
            <a:alphaModFix/>
          </a:blip>
          <a:stretch>
            <a:fillRect/>
          </a:stretch>
        </p:blipFill>
        <p:spPr>
          <a:xfrm>
            <a:off x="259311" y="167737"/>
            <a:ext cx="1031661" cy="103166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4"/>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Playwright</a:t>
            </a:r>
            <a:endParaRPr/>
          </a:p>
        </p:txBody>
      </p:sp>
      <p:sp>
        <p:nvSpPr>
          <p:cNvPr id="109" name="Google Shape;109;p24"/>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nl" u="sng">
                <a:solidFill>
                  <a:schemeClr val="hlink"/>
                </a:solidFill>
                <a:hlinkClick r:id="rId3"/>
              </a:rPr>
              <a:t>https://playwright.dev/java/</a:t>
            </a: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None/>
            </a:pPr>
            <a:endParaRPr/>
          </a:p>
        </p:txBody>
      </p:sp>
      <p:pic>
        <p:nvPicPr>
          <p:cNvPr id="110" name="Google Shape;110;p24"/>
          <p:cNvPicPr preferRelativeResize="0"/>
          <p:nvPr/>
        </p:nvPicPr>
        <p:blipFill>
          <a:blip>
            <a:alphaModFix/>
          </a:blip>
          <a:stretch>
            <a:fillRect/>
          </a:stretch>
        </p:blipFill>
        <p:spPr>
          <a:xfrm>
            <a:off x="6323125" y="1268050"/>
            <a:ext cx="1943100" cy="1828800"/>
          </a:xfrm>
          <a:prstGeom prst="rect">
            <a:avLst/>
          </a:prstGeom>
          <a:noFill/>
          <a:ln>
            <a:noFill/>
          </a:ln>
        </p:spPr>
      </p:pic>
      <p:pic>
        <p:nvPicPr>
          <p:cNvPr id="111" name="Google Shape;111;p24"/>
          <p:cNvPicPr preferRelativeResize="0"/>
          <p:nvPr/>
        </p:nvPicPr>
        <p:blipFill>
          <a:blip>
            <a:alphaModFix/>
          </a:blip>
          <a:stretch>
            <a:fillRect/>
          </a:stretch>
        </p:blipFill>
        <p:spPr>
          <a:xfrm>
            <a:off x="1277002" y="1866327"/>
            <a:ext cx="3866498" cy="22475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Why Playwright?</a:t>
            </a:r>
            <a:endParaRPr/>
          </a:p>
        </p:txBody>
      </p:sp>
      <p:sp>
        <p:nvSpPr>
          <p:cNvPr id="200" name="Google Shape;200;p3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lnSpcReduction="10000"/>
          </a:bodyPr>
          <a:lstStyle/>
          <a:p>
            <a:pPr marL="457200" lvl="0" indent="-310833" algn="l" rtl="0">
              <a:lnSpc>
                <a:spcPct val="115000"/>
              </a:lnSpc>
              <a:spcBef>
                <a:spcPts val="800"/>
              </a:spcBef>
              <a:spcAft>
                <a:spcPts val="0"/>
              </a:spcAft>
              <a:buSzPct val="77778"/>
              <a:buChar char="-"/>
            </a:pPr>
            <a:r>
              <a:rPr lang="en-US" b="1"/>
              <a:t>Built to avoid flaky tests</a:t>
            </a:r>
            <a:endParaRPr/>
          </a:p>
          <a:p>
            <a:pPr marL="914400" lvl="1" indent="-310832" algn="l" rtl="0">
              <a:lnSpc>
                <a:spcPct val="115000"/>
              </a:lnSpc>
              <a:spcBef>
                <a:spcPts val="0"/>
              </a:spcBef>
              <a:spcAft>
                <a:spcPts val="0"/>
              </a:spcAft>
              <a:buSzPct val="77778"/>
              <a:buChar char="-"/>
            </a:pPr>
            <a:r>
              <a:rPr lang="en-US" b="1"/>
              <a:t>Auto-waiting: </a:t>
            </a:r>
            <a:r>
              <a:rPr lang="en-US"/>
              <a:t>actions wait until the element is visible, stable and enabled.</a:t>
            </a:r>
            <a:endParaRPr/>
          </a:p>
          <a:p>
            <a:pPr marL="914400" lvl="1" indent="-310832" algn="l" rtl="0">
              <a:lnSpc>
                <a:spcPct val="115000"/>
              </a:lnSpc>
              <a:spcBef>
                <a:spcPts val="0"/>
              </a:spcBef>
              <a:spcAft>
                <a:spcPts val="0"/>
              </a:spcAft>
              <a:buSzPct val="77778"/>
              <a:buChar char="-"/>
            </a:pPr>
            <a:r>
              <a:rPr lang="en-US" b="1"/>
              <a:t>Retrying assertions: </a:t>
            </a:r>
            <a:r>
              <a:rPr lang="en-US"/>
              <a:t>assertThat(locator) keeps checking until it passes or times out.</a:t>
            </a:r>
            <a:endParaRPr/>
          </a:p>
          <a:p>
            <a:pPr marL="914400" lvl="1" indent="-310832" algn="l" rtl="0">
              <a:lnSpc>
                <a:spcPct val="115000"/>
              </a:lnSpc>
              <a:spcBef>
                <a:spcPts val="0"/>
              </a:spcBef>
              <a:spcAft>
                <a:spcPts val="0"/>
              </a:spcAft>
              <a:buSzPct val="77778"/>
              <a:buChar char="-"/>
            </a:pPr>
            <a:r>
              <a:rPr lang="en-US" b="1"/>
              <a:t>Isolation: </a:t>
            </a:r>
            <a:r>
              <a:rPr lang="en-US"/>
              <a:t>a fresh BrowserContext per test is fast and clean.</a:t>
            </a:r>
            <a:endParaRPr/>
          </a:p>
          <a:p>
            <a:pPr marL="457200" lvl="0" indent="-310833" algn="l" rtl="0">
              <a:lnSpc>
                <a:spcPct val="115000"/>
              </a:lnSpc>
              <a:spcBef>
                <a:spcPts val="0"/>
              </a:spcBef>
              <a:spcAft>
                <a:spcPts val="0"/>
              </a:spcAft>
              <a:buSzPct val="77778"/>
              <a:buChar char="-"/>
            </a:pPr>
            <a:r>
              <a:rPr lang="en-US" b="1"/>
              <a:t>Batteries included: </a:t>
            </a:r>
            <a:r>
              <a:rPr lang="en-US"/>
              <a:t>Chromium, Firefox and WebKit are downloaded for you; codegen, inspector, trace viewer and screenshots built in.</a:t>
            </a:r>
            <a:endParaRPr/>
          </a:p>
          <a:p>
            <a:pPr marL="457200" lvl="0" indent="-310833" algn="l" rtl="0">
              <a:lnSpc>
                <a:spcPct val="115000"/>
              </a:lnSpc>
              <a:spcBef>
                <a:spcPts val="0"/>
              </a:spcBef>
              <a:spcAft>
                <a:spcPts val="0"/>
              </a:spcAft>
              <a:buSzPct val="77778"/>
              <a:buChar char="-"/>
            </a:pPr>
            <a:r>
              <a:rPr lang="en-US" b="1"/>
              <a:t>One API </a:t>
            </a:r>
            <a:r>
              <a:rPr lang="en-US"/>
              <a:t>for Java, JavaScript/TypeScript, Python and .NET.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Same test: Selenium</a:t>
            </a:r>
            <a:endParaRPr/>
          </a:p>
        </p:txBody>
      </p:sp>
      <p:sp>
        <p:nvSpPr>
          <p:cNvPr id="182" name="Google Shape;182;p35"/>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Autofit/>
          </a:bodyPr>
          <a:lstStyle/>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driver.get(url + "catalog.html");</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driver.findElement(By.cssSelector("[data-testid='filter-text']"))</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.sendKeys("moon");</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driver.findElement(By.cssSelector("[data-testid='filter-button']"))</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.click();</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new WebDriverWait(driver, Duration.ofSeconds(5)).until(</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ExpectedConditions.numberOfElementsToBe(</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By.cssSelector("tbody tr"), 1));</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assertEquals("To the Moon and Back", driver</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.findElement(By.cssSelector("[data-testid='event-name-2']"))</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.getDomProperty("textContent"));</a:t>
            </a:r>
            <a:endParaRPr/>
          </a:p>
          <a:p>
            <a:pPr marL="0" lvl="0" indent="0" algn="l" rtl="0">
              <a:spcBef>
                <a:spcPts val="1000"/>
              </a:spcBef>
              <a:spcAft>
                <a:spcPts val="0"/>
              </a:spcAft>
              <a:buNone/>
            </a:pPr>
            <a:r>
              <a:rPr lang="en-US" sz="1400" i="1"/>
              <a:t>You must add the explicit wait yourself. Note: getText() returns the rendered text, getDomProperty("textContent") the DOM text.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Same test: Playwright</a:t>
            </a:r>
            <a:endParaRPr/>
          </a:p>
        </p:txBody>
      </p:sp>
      <p:sp>
        <p:nvSpPr>
          <p:cNvPr id="182" name="Google Shape;182;p35"/>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Autofit/>
          </a:bodyPr>
          <a:lstStyle/>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page.navigate(url + "catalog.html");</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page.getByTestId("filter-text").fill("moon");</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page.getByTestId("filter-button").click();</a:t>
            </a:r>
            <a:endParaRPr/>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assertThat(page.locator("tbody tr")).hasCount(1);</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assertThat(page.getByTestId("event-name-2"))</a:t>
            </a:r>
            <a:endParaRPr/>
          </a:p>
          <a:p>
            <a:pPr marL="0" lvl="0" indent="0" algn="l" rtl="0">
              <a:lnSpc>
                <a:spcPct val="100000"/>
              </a:lnSpc>
              <a:spcBef>
                <a:spcPts val="0"/>
              </a:spcBef>
              <a:spcAft>
                <a:spcPts val="0"/>
              </a:spcAft>
              <a:buNone/>
            </a:pPr>
            <a:r>
              <a:rPr lang="en-US" sz="1100">
                <a:solidFill>
                  <a:srgbClr val="080808"/>
                </a:solidFill>
                <a:latin typeface="Consolas"/>
                <a:ea typeface="Consolas"/>
                <a:cs typeface="Consolas"/>
                <a:sym typeface="Consolas"/>
              </a:rPr>
              <a:t>      .hasText("To the Moon and Back");</a:t>
            </a:r>
            <a:endParaRPr/>
          </a:p>
          <a:p>
            <a:pPr marL="0" lvl="0" indent="0" algn="l" rtl="0">
              <a:spcBef>
                <a:spcPts val="1000"/>
              </a:spcBef>
              <a:spcAft>
                <a:spcPts val="0"/>
              </a:spcAft>
              <a:buNone/>
            </a:pPr>
            <a:r>
              <a:rPr lang="en-US" sz="1400" i="1"/>
              <a:t>No waits: locators and assertThat retry automatically. Fewer lines, less noise.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Playwright or Selenium?</a:t>
            </a:r>
            <a:endParaRPr/>
          </a:p>
        </p:txBody>
      </p:sp>
      <p:sp>
        <p:nvSpPr>
          <p:cNvPr id="200" name="Google Shape;200;p3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457200" lvl="0" indent="-310833" algn="l" rtl="0">
              <a:lnSpc>
                <a:spcPct val="115000"/>
              </a:lnSpc>
              <a:spcBef>
                <a:spcPts val="800"/>
              </a:spcBef>
              <a:spcAft>
                <a:spcPts val="0"/>
              </a:spcAft>
              <a:buSzPct val="77778"/>
              <a:buChar char="-"/>
            </a:pPr>
            <a:r>
              <a:rPr lang="en-US" b="1"/>
              <a:t>Choose Playwright when</a:t>
            </a:r>
            <a:endParaRPr/>
          </a:p>
          <a:p>
            <a:pPr marL="914400" lvl="1" indent="-310832" algn="l" rtl="0">
              <a:lnSpc>
                <a:spcPct val="115000"/>
              </a:lnSpc>
              <a:spcBef>
                <a:spcPts val="0"/>
              </a:spcBef>
              <a:spcAft>
                <a:spcPts val="0"/>
              </a:spcAft>
              <a:buSzPct val="77778"/>
              <a:buChar char="-"/>
            </a:pPr>
            <a:r>
              <a:rPr lang="en-US"/>
              <a:t>you start a new project or test a modern web application.</a:t>
            </a:r>
            <a:endParaRPr/>
          </a:p>
          <a:p>
            <a:pPr marL="914400" lvl="1" indent="-310832" algn="l" rtl="0">
              <a:lnSpc>
                <a:spcPct val="115000"/>
              </a:lnSpc>
              <a:spcBef>
                <a:spcPts val="0"/>
              </a:spcBef>
              <a:spcAft>
                <a:spcPts val="0"/>
              </a:spcAft>
              <a:buSzPct val="77778"/>
              <a:buChar char="-"/>
            </a:pPr>
            <a:r>
              <a:rPr lang="en-US"/>
              <a:t>you want stable tests, fast feedback and strong debugging tools.</a:t>
            </a:r>
            <a:endParaRPr/>
          </a:p>
          <a:p>
            <a:pPr marL="457200" lvl="0" indent="-310833" algn="l" rtl="0">
              <a:lnSpc>
                <a:spcPct val="115000"/>
              </a:lnSpc>
              <a:spcBef>
                <a:spcPts val="0"/>
              </a:spcBef>
              <a:spcAft>
                <a:spcPts val="0"/>
              </a:spcAft>
              <a:buSzPct val="77778"/>
              <a:buChar char="-"/>
            </a:pPr>
            <a:r>
              <a:rPr lang="en-US" b="1"/>
              <a:t>Selenium still makes sense when</a:t>
            </a:r>
            <a:endParaRPr/>
          </a:p>
          <a:p>
            <a:pPr marL="914400" lvl="1" indent="-310832" algn="l" rtl="0">
              <a:lnSpc>
                <a:spcPct val="115000"/>
              </a:lnSpc>
              <a:spcBef>
                <a:spcPts val="0"/>
              </a:spcBef>
              <a:spcAft>
                <a:spcPts val="0"/>
              </a:spcAft>
              <a:buSzPct val="77778"/>
              <a:buChar char="-"/>
            </a:pPr>
            <a:r>
              <a:rPr lang="en-US"/>
              <a:t>you maintain a large existing suite.</a:t>
            </a:r>
            <a:endParaRPr/>
          </a:p>
          <a:p>
            <a:pPr marL="914400" lvl="1" indent="-310832" algn="l" rtl="0">
              <a:lnSpc>
                <a:spcPct val="115000"/>
              </a:lnSpc>
              <a:spcBef>
                <a:spcPts val="0"/>
              </a:spcBef>
              <a:spcAft>
                <a:spcPts val="0"/>
              </a:spcAft>
              <a:buSzPct val="77778"/>
              <a:buChar char="-"/>
            </a:pPr>
            <a:r>
              <a:rPr lang="en-US"/>
              <a:t>you need real Safari, older browsers or real devices (cloud grids).</a:t>
            </a:r>
            <a:endParaRPr/>
          </a:p>
          <a:p>
            <a:pPr marL="457200" lvl="0" indent="-310833" algn="l" rtl="0">
              <a:lnSpc>
                <a:spcPct val="115000"/>
              </a:lnSpc>
              <a:spcBef>
                <a:spcPts val="0"/>
              </a:spcBef>
              <a:spcAft>
                <a:spcPts val="0"/>
              </a:spcAft>
              <a:buSzPct val="77778"/>
              <a:buChar char="-"/>
            </a:pPr>
            <a:r>
              <a:rPr lang="en-US" b="1"/>
              <a:t>Be aware: </a:t>
            </a:r>
            <a:r>
              <a:rPr lang="en-US"/>
              <a:t>Playwright WebKit is not real Safari.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IDE</a:t>
            </a:r>
            <a:endParaRPr/>
          </a:p>
        </p:txBody>
      </p:sp>
      <p:pic>
        <p:nvPicPr>
          <p:cNvPr id="117" name="Google Shape;117;p25"/>
          <p:cNvPicPr preferRelativeResize="0"/>
          <p:nvPr/>
        </p:nvPicPr>
        <p:blipFill>
          <a:blip>
            <a:alphaModFix/>
          </a:blip>
          <a:stretch>
            <a:fillRect/>
          </a:stretch>
        </p:blipFill>
        <p:spPr>
          <a:xfrm>
            <a:off x="2007575" y="2307897"/>
            <a:ext cx="6850674" cy="2458650"/>
          </a:xfrm>
          <a:prstGeom prst="rect">
            <a:avLst/>
          </a:prstGeom>
          <a:noFill/>
          <a:ln>
            <a:noFill/>
          </a:ln>
        </p:spPr>
      </p:pic>
      <p:pic>
        <p:nvPicPr>
          <p:cNvPr id="118" name="Google Shape;118;p25"/>
          <p:cNvPicPr preferRelativeResize="0"/>
          <p:nvPr/>
        </p:nvPicPr>
        <p:blipFill>
          <a:blip>
            <a:alphaModFix/>
          </a:blip>
          <a:stretch>
            <a:fillRect/>
          </a:stretch>
        </p:blipFill>
        <p:spPr>
          <a:xfrm>
            <a:off x="275500" y="981825"/>
            <a:ext cx="6896100" cy="11811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6"/>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SUT</a:t>
            </a:r>
            <a:endParaRPr/>
          </a:p>
        </p:txBody>
      </p:sp>
      <p:pic>
        <p:nvPicPr>
          <p:cNvPr id="126" name="Google Shape;126;p26"/>
          <p:cNvPicPr preferRelativeResize="0"/>
          <p:nvPr/>
        </p:nvPicPr>
        <p:blipFill>
          <a:blip>
            <a:alphaModFix/>
          </a:blip>
          <a:stretch>
            <a:fillRect/>
          </a:stretch>
        </p:blipFill>
        <p:spPr>
          <a:xfrm>
            <a:off x="1989597" y="1302350"/>
            <a:ext cx="3643650" cy="3186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Core concepts</a:t>
            </a:r>
            <a:endParaRPr/>
          </a:p>
        </p:txBody>
      </p:sp>
      <p:pic>
        <p:nvPicPr>
          <p:cNvPr id="132" name="Google Shape;132;p27"/>
          <p:cNvPicPr preferRelativeResize="0"/>
          <p:nvPr/>
        </p:nvPicPr>
        <p:blipFill>
          <a:blip>
            <a:alphaModFix/>
          </a:blip>
          <a:stretch>
            <a:fillRect/>
          </a:stretch>
        </p:blipFill>
        <p:spPr>
          <a:xfrm>
            <a:off x="0" y="1590974"/>
            <a:ext cx="9143999" cy="19615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Playwright</a:t>
            </a:r>
            <a:endParaRPr/>
          </a:p>
        </p:txBody>
      </p:sp>
      <p:sp>
        <p:nvSpPr>
          <p:cNvPr id="138" name="Google Shape;138;p2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lnSpc>
                <a:spcPct val="115000"/>
              </a:lnSpc>
              <a:spcBef>
                <a:spcPts val="0"/>
              </a:spcBef>
              <a:spcAft>
                <a:spcPts val="0"/>
              </a:spcAft>
              <a:buClr>
                <a:schemeClr val="dk1"/>
              </a:buClr>
              <a:buSzPts val="1100"/>
              <a:buFont typeface="Arial"/>
              <a:buNone/>
            </a:pPr>
            <a:r>
              <a:rPr lang="nl" sz="2100">
                <a:latin typeface="Consolas"/>
                <a:ea typeface="Consolas"/>
                <a:cs typeface="Consolas"/>
                <a:sym typeface="Consolas"/>
              </a:rPr>
              <a:t>try (Playwright playwright = Playwright.create()) {</a:t>
            </a:r>
            <a:endParaRPr sz="2100">
              <a:latin typeface="Consolas"/>
              <a:ea typeface="Consolas"/>
              <a:cs typeface="Consolas"/>
              <a:sym typeface="Consolas"/>
            </a:endParaRPr>
          </a:p>
          <a:p>
            <a:pPr marL="0" lvl="0" indent="0" algn="l" rtl="0">
              <a:lnSpc>
                <a:spcPct val="115000"/>
              </a:lnSpc>
              <a:spcBef>
                <a:spcPts val="1200"/>
              </a:spcBef>
              <a:spcAft>
                <a:spcPts val="0"/>
              </a:spcAft>
              <a:buClr>
                <a:schemeClr val="dk1"/>
              </a:buClr>
              <a:buSzPts val="1100"/>
              <a:buFont typeface="Arial"/>
              <a:buNone/>
            </a:pPr>
            <a:r>
              <a:rPr lang="nl" sz="2100">
                <a:latin typeface="Consolas"/>
                <a:ea typeface="Consolas"/>
                <a:cs typeface="Consolas"/>
                <a:sym typeface="Consolas"/>
              </a:rPr>
              <a:t>    ...</a:t>
            </a:r>
            <a:endParaRPr sz="2100">
              <a:latin typeface="Consolas"/>
              <a:ea typeface="Consolas"/>
              <a:cs typeface="Consolas"/>
              <a:sym typeface="Consolas"/>
            </a:endParaRPr>
          </a:p>
          <a:p>
            <a:pPr marL="0" marR="152400" lvl="0" indent="0" algn="l" rtl="0">
              <a:lnSpc>
                <a:spcPct val="150000"/>
              </a:lnSpc>
              <a:spcBef>
                <a:spcPts val="1200"/>
              </a:spcBef>
              <a:spcAft>
                <a:spcPts val="0"/>
              </a:spcAft>
              <a:buClr>
                <a:schemeClr val="dk1"/>
              </a:buClr>
              <a:buSzPts val="1100"/>
              <a:buFont typeface="Arial"/>
              <a:buNone/>
            </a:pPr>
            <a:r>
              <a:rPr lang="nl" sz="2100">
                <a:latin typeface="Consolas"/>
                <a:ea typeface="Consolas"/>
                <a:cs typeface="Consolas"/>
                <a:sym typeface="Consolas"/>
              </a:rPr>
              <a:t>}</a:t>
            </a:r>
            <a:endParaRPr sz="2100">
              <a:latin typeface="Consolas"/>
              <a:ea typeface="Consolas"/>
              <a:cs typeface="Consolas"/>
              <a:sym typeface="Consolas"/>
            </a:endParaRPr>
          </a:p>
          <a:p>
            <a:pPr marL="457200" lvl="0" indent="-361950" algn="l" rtl="0">
              <a:lnSpc>
                <a:spcPct val="115000"/>
              </a:lnSpc>
              <a:spcBef>
                <a:spcPts val="1100"/>
              </a:spcBef>
              <a:spcAft>
                <a:spcPts val="0"/>
              </a:spcAft>
              <a:buSzPts val="2100"/>
              <a:buChar char="-"/>
            </a:pPr>
            <a:r>
              <a:rPr lang="nl" sz="2100"/>
              <a:t>the entry point for all Playwright operations.</a:t>
            </a:r>
            <a:endParaRPr sz="2100"/>
          </a:p>
          <a:p>
            <a:pPr marL="457200" lvl="0" indent="-361950" algn="l" rtl="0">
              <a:lnSpc>
                <a:spcPct val="115000"/>
              </a:lnSpc>
              <a:spcBef>
                <a:spcPts val="0"/>
              </a:spcBef>
              <a:spcAft>
                <a:spcPts val="0"/>
              </a:spcAft>
              <a:buSzPts val="2100"/>
              <a:buChar char="-"/>
            </a:pPr>
            <a:r>
              <a:rPr lang="nl" sz="2100"/>
              <a:t>try-with-resources - autocloseable</a:t>
            </a:r>
            <a:endParaRPr sz="2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Browser</a:t>
            </a:r>
            <a:endParaRPr/>
          </a:p>
        </p:txBody>
      </p:sp>
      <p:sp>
        <p:nvSpPr>
          <p:cNvPr id="144" name="Google Shape;144;p29"/>
          <p:cNvSpPr txBox="1"/>
          <p:nvPr/>
        </p:nvSpPr>
        <p:spPr>
          <a:xfrm>
            <a:off x="562225" y="1341375"/>
            <a:ext cx="8104500" cy="2443800"/>
          </a:xfrm>
          <a:prstGeom prst="rect">
            <a:avLst/>
          </a:prstGeom>
          <a:noFill/>
          <a:ln>
            <a:noFill/>
          </a:ln>
        </p:spPr>
        <p:txBody>
          <a:bodyPr spcFirstLastPara="1" wrap="square" lIns="91425" tIns="91425" rIns="91425" bIns="91425" anchor="t" anchorCtr="0">
            <a:spAutoFit/>
          </a:bodyPr>
          <a:lstStyle/>
          <a:p>
            <a:pPr marL="457200" lvl="0" indent="-361950" algn="l" rtl="0">
              <a:lnSpc>
                <a:spcPct val="115000"/>
              </a:lnSpc>
              <a:spcBef>
                <a:spcPts val="0"/>
              </a:spcBef>
              <a:spcAft>
                <a:spcPts val="0"/>
              </a:spcAft>
              <a:buClr>
                <a:schemeClr val="dk1"/>
              </a:buClr>
              <a:buSzPts val="2100"/>
              <a:buChar char="-"/>
            </a:pPr>
            <a:r>
              <a:rPr lang="nl" sz="2100">
                <a:solidFill>
                  <a:schemeClr val="dk1"/>
                </a:solidFill>
              </a:rPr>
              <a:t>create browser instances using the playwright instance. </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nl" sz="2100">
                <a:solidFill>
                  <a:schemeClr val="dk1"/>
                </a:solidFill>
              </a:rPr>
              <a:t>different </a:t>
            </a:r>
            <a:r>
              <a:rPr lang="nl" sz="2100" b="1">
                <a:solidFill>
                  <a:schemeClr val="dk1"/>
                </a:solidFill>
              </a:rPr>
              <a:t>BrowserTypes</a:t>
            </a:r>
            <a:r>
              <a:rPr lang="nl" sz="2100">
                <a:solidFill>
                  <a:schemeClr val="dk1"/>
                </a:solidFill>
              </a:rPr>
              <a:t>: Chromium, Firefox, or WebKit.</a:t>
            </a:r>
            <a:endParaRPr sz="2100">
              <a:solidFill>
                <a:schemeClr val="dk1"/>
              </a:solidFill>
            </a:endParaRPr>
          </a:p>
          <a:p>
            <a:pPr marL="0" lvl="0" indent="0" algn="l" rtl="0">
              <a:lnSpc>
                <a:spcPct val="115000"/>
              </a:lnSpc>
              <a:spcBef>
                <a:spcPts val="1100"/>
              </a:spcBef>
              <a:spcAft>
                <a:spcPts val="0"/>
              </a:spcAft>
              <a:buNone/>
            </a:pPr>
            <a:r>
              <a:rPr lang="nl" sz="2100">
                <a:solidFill>
                  <a:schemeClr val="dk1"/>
                </a:solidFill>
                <a:latin typeface="Consolas"/>
                <a:ea typeface="Consolas"/>
                <a:cs typeface="Consolas"/>
                <a:sym typeface="Consolas"/>
              </a:rPr>
              <a:t>Browser browser = playwright.webkit().launch();</a:t>
            </a:r>
            <a:endParaRPr sz="2100">
              <a:solidFill>
                <a:schemeClr val="dk1"/>
              </a:solidFill>
              <a:latin typeface="Consolas"/>
              <a:ea typeface="Consolas"/>
              <a:cs typeface="Consolas"/>
              <a:sym typeface="Consolas"/>
            </a:endParaRPr>
          </a:p>
          <a:p>
            <a:pPr marL="0" lvl="0" indent="0" algn="l" rtl="0">
              <a:lnSpc>
                <a:spcPct val="115000"/>
              </a:lnSpc>
              <a:spcBef>
                <a:spcPts val="1200"/>
              </a:spcBef>
              <a:spcAft>
                <a:spcPts val="0"/>
              </a:spcAft>
              <a:buNone/>
            </a:pPr>
            <a:r>
              <a:rPr lang="nl" sz="2100">
                <a:solidFill>
                  <a:schemeClr val="dk1"/>
                </a:solidFill>
                <a:latin typeface="Consolas"/>
                <a:ea typeface="Consolas"/>
                <a:cs typeface="Consolas"/>
                <a:sym typeface="Consolas"/>
              </a:rPr>
              <a:t>Browser browser = playwright.chromium().launch();</a:t>
            </a:r>
            <a:endParaRPr sz="2100">
              <a:solidFill>
                <a:schemeClr val="dk1"/>
              </a:solidFill>
              <a:latin typeface="Consolas"/>
              <a:ea typeface="Consolas"/>
              <a:cs typeface="Consolas"/>
              <a:sym typeface="Consolas"/>
            </a:endParaRPr>
          </a:p>
          <a:p>
            <a:pPr marL="0" marR="152400" lvl="0" indent="0" algn="l" rtl="0">
              <a:lnSpc>
                <a:spcPct val="150000"/>
              </a:lnSpc>
              <a:spcBef>
                <a:spcPts val="1200"/>
              </a:spcBef>
              <a:spcAft>
                <a:spcPts val="1100"/>
              </a:spcAft>
              <a:buNone/>
            </a:pPr>
            <a:r>
              <a:rPr lang="nl" sz="2100">
                <a:solidFill>
                  <a:schemeClr val="dk1"/>
                </a:solidFill>
                <a:latin typeface="Consolas"/>
                <a:ea typeface="Consolas"/>
                <a:cs typeface="Consolas"/>
                <a:sym typeface="Consolas"/>
              </a:rPr>
              <a:t>Browser browser = playwright.firefox().launch();</a:t>
            </a:r>
            <a:endParaRPr sz="2100">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3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Browser</a:t>
            </a:r>
            <a:endParaRPr/>
          </a:p>
        </p:txBody>
      </p:sp>
      <p:sp>
        <p:nvSpPr>
          <p:cNvPr id="150" name="Google Shape;150;p30"/>
          <p:cNvSpPr txBox="1"/>
          <p:nvPr/>
        </p:nvSpPr>
        <p:spPr>
          <a:xfrm>
            <a:off x="562225" y="1341375"/>
            <a:ext cx="8104500" cy="2272800"/>
          </a:xfrm>
          <a:prstGeom prst="rect">
            <a:avLst/>
          </a:prstGeom>
          <a:noFill/>
          <a:ln>
            <a:noFill/>
          </a:ln>
        </p:spPr>
        <p:txBody>
          <a:bodyPr spcFirstLastPara="1" wrap="square" lIns="91425" tIns="91425" rIns="91425" bIns="91425" anchor="t" anchorCtr="0">
            <a:spAutoFit/>
          </a:bodyPr>
          <a:lstStyle/>
          <a:p>
            <a:pPr marL="457200" lvl="0" indent="-361950" algn="l" rtl="0">
              <a:lnSpc>
                <a:spcPct val="115000"/>
              </a:lnSpc>
              <a:spcBef>
                <a:spcPts val="0"/>
              </a:spcBef>
              <a:spcAft>
                <a:spcPts val="0"/>
              </a:spcAft>
              <a:buClr>
                <a:schemeClr val="dk1"/>
              </a:buClr>
              <a:buSzPts val="2100"/>
              <a:buChar char="-"/>
            </a:pPr>
            <a:r>
              <a:rPr lang="nl" sz="2100">
                <a:solidFill>
                  <a:schemeClr val="dk1"/>
                </a:solidFill>
              </a:rPr>
              <a:t>launch a browser in </a:t>
            </a:r>
            <a:r>
              <a:rPr lang="nl" sz="2100" b="1">
                <a:solidFill>
                  <a:schemeClr val="dk1"/>
                </a:solidFill>
              </a:rPr>
              <a:t>headless mode</a:t>
            </a:r>
            <a:r>
              <a:rPr lang="nl" sz="2100">
                <a:solidFill>
                  <a:schemeClr val="dk1"/>
                </a:solidFill>
              </a:rPr>
              <a:t> (default) or with a UI</a:t>
            </a:r>
            <a:endParaRPr sz="2100">
              <a:solidFill>
                <a:schemeClr val="dk1"/>
              </a:solidFill>
            </a:endParaRPr>
          </a:p>
          <a:p>
            <a:pPr marL="0" marR="152400" lvl="0" indent="0" algn="l" rtl="0">
              <a:lnSpc>
                <a:spcPct val="150000"/>
              </a:lnSpc>
              <a:spcBef>
                <a:spcPts val="1100"/>
              </a:spcBef>
              <a:spcAft>
                <a:spcPts val="0"/>
              </a:spcAft>
              <a:buNone/>
            </a:pPr>
            <a:r>
              <a:rPr lang="nl" sz="2100">
                <a:solidFill>
                  <a:schemeClr val="dk1"/>
                </a:solidFill>
                <a:latin typeface="Consolas"/>
                <a:ea typeface="Consolas"/>
                <a:cs typeface="Consolas"/>
                <a:sym typeface="Consolas"/>
              </a:rPr>
              <a:t>BrowserType.LaunchOptions options = new </a:t>
            </a:r>
            <a:endParaRPr sz="2100">
              <a:solidFill>
                <a:schemeClr val="dk1"/>
              </a:solidFill>
              <a:latin typeface="Consolas"/>
              <a:ea typeface="Consolas"/>
              <a:cs typeface="Consolas"/>
              <a:sym typeface="Consolas"/>
            </a:endParaRPr>
          </a:p>
          <a:p>
            <a:pPr marL="0" marR="152400" lvl="0" indent="0" algn="l" rtl="0">
              <a:lnSpc>
                <a:spcPct val="150000"/>
              </a:lnSpc>
              <a:spcBef>
                <a:spcPts val="1100"/>
              </a:spcBef>
              <a:spcAft>
                <a:spcPts val="0"/>
              </a:spcAft>
              <a:buNone/>
            </a:pPr>
            <a:r>
              <a:rPr lang="nl" sz="2100">
                <a:solidFill>
                  <a:schemeClr val="dk1"/>
                </a:solidFill>
                <a:latin typeface="Consolas"/>
                <a:ea typeface="Consolas"/>
                <a:cs typeface="Consolas"/>
                <a:sym typeface="Consolas"/>
              </a:rPr>
              <a:t>     BrowserType.LaunchOptions().setHeadless(false);</a:t>
            </a:r>
            <a:endParaRPr sz="2100">
              <a:solidFill>
                <a:schemeClr val="dk1"/>
              </a:solidFill>
              <a:latin typeface="Consolas"/>
              <a:ea typeface="Consolas"/>
              <a:cs typeface="Consolas"/>
              <a:sym typeface="Consolas"/>
            </a:endParaRPr>
          </a:p>
          <a:p>
            <a:pPr marL="0" marR="152400" lvl="0" indent="0" algn="l" rtl="0">
              <a:lnSpc>
                <a:spcPct val="150000"/>
              </a:lnSpc>
              <a:spcBef>
                <a:spcPts val="1100"/>
              </a:spcBef>
              <a:spcAft>
                <a:spcPts val="1100"/>
              </a:spcAft>
              <a:buNone/>
            </a:pPr>
            <a:r>
              <a:rPr lang="nl" sz="2100">
                <a:solidFill>
                  <a:schemeClr val="dk1"/>
                </a:solidFill>
                <a:latin typeface="Consolas"/>
                <a:ea typeface="Consolas"/>
                <a:cs typeface="Consolas"/>
                <a:sym typeface="Consolas"/>
              </a:rPr>
              <a:t>browser = playwright.chromium().launch(options);</a:t>
            </a:r>
            <a:endParaRPr sz="2100">
              <a:solidFill>
                <a:schemeClr val="dk1"/>
              </a:solidFill>
              <a:latin typeface="Consolas"/>
              <a:ea typeface="Consolas"/>
              <a:cs typeface="Consolas"/>
              <a:sym typeface="Consolas"/>
            </a:endParaRPr>
          </a:p>
        </p:txBody>
      </p:sp>
      <p:sp>
        <p:nvSpPr>
          <p:cNvPr id="151" name="Google Shape;151;p30"/>
          <p:cNvSpPr txBox="1"/>
          <p:nvPr/>
        </p:nvSpPr>
        <p:spPr>
          <a:xfrm>
            <a:off x="2726225" y="254600"/>
            <a:ext cx="6110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1"/>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BrowserContext</a:t>
            </a:r>
            <a:endParaRPr/>
          </a:p>
        </p:txBody>
      </p:sp>
      <p:sp>
        <p:nvSpPr>
          <p:cNvPr id="157" name="Google Shape;157;p31"/>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lnSpcReduction="10000"/>
          </a:bodyPr>
          <a:lstStyle/>
          <a:p>
            <a:pPr marL="457200" lvl="0" indent="-361950" algn="l" rtl="0">
              <a:lnSpc>
                <a:spcPct val="115000"/>
              </a:lnSpc>
              <a:spcBef>
                <a:spcPts val="800"/>
              </a:spcBef>
              <a:spcAft>
                <a:spcPts val="0"/>
              </a:spcAft>
              <a:buSzPts val="2100"/>
              <a:buChar char="-"/>
            </a:pPr>
            <a:r>
              <a:rPr lang="nl" sz="2100"/>
              <a:t>Represents an isolated browser session (like a new incognito window).</a:t>
            </a:r>
            <a:endParaRPr sz="2100"/>
          </a:p>
          <a:p>
            <a:pPr marL="457200" lvl="0" indent="-361950" algn="l" rtl="0">
              <a:lnSpc>
                <a:spcPct val="115000"/>
              </a:lnSpc>
              <a:spcBef>
                <a:spcPts val="0"/>
              </a:spcBef>
              <a:spcAft>
                <a:spcPts val="0"/>
              </a:spcAft>
              <a:buSzPts val="2100"/>
              <a:buChar char="-"/>
            </a:pPr>
            <a:r>
              <a:rPr lang="nl" sz="2100"/>
              <a:t>Each BrowserContext is independent, meaning cookies, cache, and session storage do not leak between contexts.</a:t>
            </a:r>
            <a:endParaRPr sz="2100"/>
          </a:p>
          <a:p>
            <a:pPr marL="457200" lvl="0" indent="-361950" algn="l" rtl="0">
              <a:lnSpc>
                <a:spcPct val="115000"/>
              </a:lnSpc>
              <a:spcBef>
                <a:spcPts val="0"/>
              </a:spcBef>
              <a:spcAft>
                <a:spcPts val="0"/>
              </a:spcAft>
              <a:buSzPts val="2100"/>
              <a:buChar char="-"/>
            </a:pPr>
            <a:r>
              <a:rPr lang="nl" sz="2100"/>
              <a:t>You can have multiple browser contexts running in a single browser instance.</a:t>
            </a:r>
            <a:endParaRPr sz="2100"/>
          </a:p>
          <a:p>
            <a:pPr marL="0" lvl="0" indent="0" algn="l" rtl="0">
              <a:spcBef>
                <a:spcPts val="800"/>
              </a:spcBef>
              <a:spcAft>
                <a:spcPts val="0"/>
              </a:spcAft>
              <a:buNone/>
            </a:pPr>
            <a:endParaRPr sz="2100"/>
          </a:p>
          <a:p>
            <a:pPr marL="0" lvl="0" indent="0" algn="l" rtl="0">
              <a:spcBef>
                <a:spcPts val="800"/>
              </a:spcBef>
              <a:spcAft>
                <a:spcPts val="0"/>
              </a:spcAft>
              <a:buNone/>
            </a:pPr>
            <a:r>
              <a:rPr lang="nl" sz="2100">
                <a:latin typeface="Consolas"/>
                <a:ea typeface="Consolas"/>
                <a:cs typeface="Consolas"/>
                <a:sym typeface="Consolas"/>
              </a:rPr>
              <a:t>BrowserContext context = browser.newContext();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Page</a:t>
            </a:r>
            <a:endParaRPr/>
          </a:p>
        </p:txBody>
      </p:sp>
      <p:sp>
        <p:nvSpPr>
          <p:cNvPr id="163" name="Google Shape;163;p32"/>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457200" lvl="0" indent="-361950" algn="l" rtl="0">
              <a:spcBef>
                <a:spcPts val="800"/>
              </a:spcBef>
              <a:spcAft>
                <a:spcPts val="0"/>
              </a:spcAft>
              <a:buSzPts val="2100"/>
              <a:buChar char="-"/>
            </a:pPr>
            <a:r>
              <a:rPr lang="nl" sz="2100"/>
              <a:t>Each </a:t>
            </a:r>
            <a:r>
              <a:rPr lang="nl" sz="2100">
                <a:uFill>
                  <a:noFill/>
                </a:uFill>
                <a:hlinkClick r:id="rId3"/>
              </a:rPr>
              <a:t>BrowserContext</a:t>
            </a:r>
            <a:r>
              <a:rPr lang="nl" sz="2100"/>
              <a:t> can have multiple pages. </a:t>
            </a:r>
            <a:endParaRPr sz="2100"/>
          </a:p>
          <a:p>
            <a:pPr marL="457200" lvl="0" indent="-361950" algn="l" rtl="0">
              <a:spcBef>
                <a:spcPts val="0"/>
              </a:spcBef>
              <a:spcAft>
                <a:spcPts val="0"/>
              </a:spcAft>
              <a:buSzPts val="2100"/>
              <a:buChar char="-"/>
            </a:pPr>
            <a:r>
              <a:rPr lang="nl" sz="2100"/>
              <a:t>A </a:t>
            </a:r>
            <a:r>
              <a:rPr lang="nl" sz="2100">
                <a:uFill>
                  <a:noFill/>
                </a:uFill>
                <a:hlinkClick r:id="rId4"/>
              </a:rPr>
              <a:t>Page</a:t>
            </a:r>
            <a:r>
              <a:rPr lang="nl" sz="2100"/>
              <a:t> refers to a single tab or a popup window within a browser context. </a:t>
            </a:r>
            <a:endParaRPr sz="2100"/>
          </a:p>
          <a:p>
            <a:pPr marL="457200" lvl="0" indent="-361950" algn="l" rtl="0">
              <a:spcBef>
                <a:spcPts val="0"/>
              </a:spcBef>
              <a:spcAft>
                <a:spcPts val="0"/>
              </a:spcAft>
              <a:buSzPts val="2100"/>
              <a:buChar char="-"/>
            </a:pPr>
            <a:r>
              <a:rPr lang="nl" sz="2100"/>
              <a:t>It is used to navigate to URLs and interact with the page content.</a:t>
            </a:r>
            <a:endParaRPr sz="2100"/>
          </a:p>
          <a:p>
            <a:pPr marL="457200" lvl="0" indent="0" algn="l" rtl="0">
              <a:spcBef>
                <a:spcPts val="800"/>
              </a:spcBef>
              <a:spcAft>
                <a:spcPts val="0"/>
              </a:spcAft>
              <a:buNone/>
            </a:pPr>
            <a:endParaRPr sz="2100"/>
          </a:p>
          <a:p>
            <a:pPr marL="0" lvl="0" indent="0" algn="l" rtl="0">
              <a:spcBef>
                <a:spcPts val="800"/>
              </a:spcBef>
              <a:spcAft>
                <a:spcPts val="0"/>
              </a:spcAft>
              <a:buNone/>
            </a:pPr>
            <a:r>
              <a:rPr lang="nl" sz="2100">
                <a:latin typeface="Consolas"/>
                <a:ea typeface="Consolas"/>
                <a:cs typeface="Consolas"/>
                <a:sym typeface="Consolas"/>
              </a:rPr>
              <a:t>Page page = context.newPage(); page.navigate("https://example.com");</a:t>
            </a:r>
            <a:endParaRPr sz="2100">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3"/>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sz="2600"/>
              <a:t>Benefits of multiple Browser Contexts and Pages</a:t>
            </a:r>
            <a:endParaRPr sz="2600"/>
          </a:p>
        </p:txBody>
      </p:sp>
      <p:sp>
        <p:nvSpPr>
          <p:cNvPr id="169" name="Google Shape;169;p33"/>
          <p:cNvSpPr txBox="1">
            <a:spLocks noGrp="1"/>
          </p:cNvSpPr>
          <p:nvPr>
            <p:ph type="body" idx="1"/>
          </p:nvPr>
        </p:nvSpPr>
        <p:spPr>
          <a:xfrm>
            <a:off x="628650" y="1369225"/>
            <a:ext cx="3270000" cy="29139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Browser</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   ├── BrowserContext 1</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   │     ├── Page 1</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   │     └── Page 2</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   └── BrowserContext 2</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a:latin typeface="Consolas"/>
                <a:ea typeface="Consolas"/>
                <a:cs typeface="Consolas"/>
                <a:sym typeface="Consolas"/>
              </a:rPr>
              <a:t>          └── Page 1</a:t>
            </a:r>
            <a:endParaRPr>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endParaRPr/>
          </a:p>
          <a:p>
            <a:pPr marL="0" lvl="0" indent="0" algn="l" rtl="0">
              <a:spcBef>
                <a:spcPts val="800"/>
              </a:spcBef>
              <a:spcAft>
                <a:spcPts val="0"/>
              </a:spcAft>
              <a:buNone/>
            </a:pPr>
            <a:endParaRPr/>
          </a:p>
        </p:txBody>
      </p:sp>
      <p:sp>
        <p:nvSpPr>
          <p:cNvPr id="170" name="Google Shape;170;p33"/>
          <p:cNvSpPr txBox="1"/>
          <p:nvPr/>
        </p:nvSpPr>
        <p:spPr>
          <a:xfrm>
            <a:off x="3985950" y="1048350"/>
            <a:ext cx="4914300" cy="3232500"/>
          </a:xfrm>
          <a:prstGeom prst="rect">
            <a:avLst/>
          </a:prstGeom>
          <a:noFill/>
          <a:ln>
            <a:noFill/>
          </a:ln>
        </p:spPr>
        <p:txBody>
          <a:bodyPr spcFirstLastPara="1" wrap="square" lIns="91425" tIns="91425" rIns="91425" bIns="91425" anchor="t" anchorCtr="0">
            <a:spAutoFit/>
          </a:bodyPr>
          <a:lstStyle/>
          <a:p>
            <a:pPr marL="457200" lvl="0" indent="-368300" algn="l" rtl="0">
              <a:spcBef>
                <a:spcPts val="0"/>
              </a:spcBef>
              <a:spcAft>
                <a:spcPts val="0"/>
              </a:spcAft>
              <a:buClr>
                <a:schemeClr val="dk1"/>
              </a:buClr>
              <a:buSzPts val="2200"/>
              <a:buChar char="+"/>
            </a:pPr>
            <a:r>
              <a:rPr lang="nl" sz="2200" b="1">
                <a:solidFill>
                  <a:schemeClr val="dk1"/>
                </a:solidFill>
              </a:rPr>
              <a:t>Faster Parallel Testing</a:t>
            </a:r>
            <a:r>
              <a:rPr lang="nl" sz="2200">
                <a:solidFill>
                  <a:schemeClr val="dk1"/>
                </a:solidFill>
              </a:rPr>
              <a:t>: Isolated contexts allow for parallel execution without interference.</a:t>
            </a:r>
            <a:endParaRPr sz="2200">
              <a:solidFill>
                <a:schemeClr val="dk1"/>
              </a:solidFill>
            </a:endParaRPr>
          </a:p>
          <a:p>
            <a:pPr marL="457200" lvl="0" indent="-368300" algn="l" rtl="0">
              <a:spcBef>
                <a:spcPts val="0"/>
              </a:spcBef>
              <a:spcAft>
                <a:spcPts val="0"/>
              </a:spcAft>
              <a:buClr>
                <a:schemeClr val="dk1"/>
              </a:buClr>
              <a:buSzPts val="2200"/>
              <a:buChar char="+"/>
            </a:pPr>
            <a:r>
              <a:rPr lang="nl" sz="2200" b="1">
                <a:solidFill>
                  <a:schemeClr val="dk1"/>
                </a:solidFill>
              </a:rPr>
              <a:t>Reduced Overhead</a:t>
            </a:r>
            <a:r>
              <a:rPr lang="nl" sz="2200">
                <a:solidFill>
                  <a:schemeClr val="dk1"/>
                </a:solidFill>
              </a:rPr>
              <a:t>: No need to launch a new browser instance for every test case.</a:t>
            </a:r>
            <a:endParaRPr sz="2200">
              <a:solidFill>
                <a:schemeClr val="dk1"/>
              </a:solidFill>
            </a:endParaRPr>
          </a:p>
          <a:p>
            <a:pPr marL="457200" lvl="0" indent="-368300" algn="l" rtl="0">
              <a:spcBef>
                <a:spcPts val="0"/>
              </a:spcBef>
              <a:spcAft>
                <a:spcPts val="0"/>
              </a:spcAft>
              <a:buClr>
                <a:schemeClr val="dk1"/>
              </a:buClr>
              <a:buSzPts val="2200"/>
              <a:buChar char="+"/>
            </a:pPr>
            <a:r>
              <a:rPr lang="nl" sz="2200" b="1">
                <a:solidFill>
                  <a:schemeClr val="dk1"/>
                </a:solidFill>
              </a:rPr>
              <a:t>Simulation of Multiple Users</a:t>
            </a:r>
            <a:r>
              <a:rPr lang="nl" sz="2200">
                <a:solidFill>
                  <a:schemeClr val="dk1"/>
                </a:solidFill>
              </a:rPr>
              <a:t>: Each context can simulate a different user session.</a:t>
            </a:r>
            <a:endParaRPr sz="22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4"/>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Maven dependencies</a:t>
            </a:r>
            <a:endParaRPr/>
          </a:p>
        </p:txBody>
      </p:sp>
      <p:sp>
        <p:nvSpPr>
          <p:cNvPr id="176" name="Google Shape;176;p34"/>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lnSpcReduction="10000"/>
          </a:bodyPr>
          <a:lstStyle/>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&lt;</a:t>
            </a:r>
            <a:r>
              <a:rPr lang="nl" sz="1100">
                <a:solidFill>
                  <a:srgbClr val="0033B3"/>
                </a:solidFill>
                <a:highlight>
                  <a:srgbClr val="FFFFFF"/>
                </a:highlight>
                <a:latin typeface="Courier New"/>
                <a:ea typeface="Courier New"/>
                <a:cs typeface="Courier New"/>
                <a:sym typeface="Courier New"/>
              </a:rPr>
              <a:t>dependency</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   &lt;</a:t>
            </a:r>
            <a:r>
              <a:rPr lang="nl" sz="1100">
                <a:solidFill>
                  <a:srgbClr val="0033B3"/>
                </a:solidFill>
                <a:highlight>
                  <a:srgbClr val="FFFFFF"/>
                </a:highlight>
                <a:latin typeface="Courier New"/>
                <a:ea typeface="Courier New"/>
                <a:cs typeface="Courier New"/>
                <a:sym typeface="Courier New"/>
              </a:rPr>
              <a:t>groupId</a:t>
            </a:r>
            <a:r>
              <a:rPr lang="nl" sz="1100">
                <a:solidFill>
                  <a:srgbClr val="080808"/>
                </a:solidFill>
                <a:highlight>
                  <a:srgbClr val="FFFFFF"/>
                </a:highlight>
                <a:latin typeface="Courier New"/>
                <a:ea typeface="Courier New"/>
                <a:cs typeface="Courier New"/>
                <a:sym typeface="Courier New"/>
              </a:rPr>
              <a:t>&gt;com.microsoft.playwright&lt;/</a:t>
            </a:r>
            <a:r>
              <a:rPr lang="nl" sz="1100">
                <a:solidFill>
                  <a:srgbClr val="0033B3"/>
                </a:solidFill>
                <a:highlight>
                  <a:srgbClr val="FFFFFF"/>
                </a:highlight>
                <a:latin typeface="Courier New"/>
                <a:ea typeface="Courier New"/>
                <a:cs typeface="Courier New"/>
                <a:sym typeface="Courier New"/>
              </a:rPr>
              <a:t>groupId</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   &lt;</a:t>
            </a:r>
            <a:r>
              <a:rPr lang="nl" sz="1100">
                <a:solidFill>
                  <a:srgbClr val="0033B3"/>
                </a:solidFill>
                <a:highlight>
                  <a:srgbClr val="FFFFFF"/>
                </a:highlight>
                <a:latin typeface="Courier New"/>
                <a:ea typeface="Courier New"/>
                <a:cs typeface="Courier New"/>
                <a:sym typeface="Courier New"/>
              </a:rPr>
              <a:t>artifactId</a:t>
            </a:r>
            <a:r>
              <a:rPr lang="nl" sz="1100">
                <a:solidFill>
                  <a:srgbClr val="080808"/>
                </a:solidFill>
                <a:highlight>
                  <a:srgbClr val="FFFFFF"/>
                </a:highlight>
                <a:latin typeface="Courier New"/>
                <a:ea typeface="Courier New"/>
                <a:cs typeface="Courier New"/>
                <a:sym typeface="Courier New"/>
              </a:rPr>
              <a:t>&gt;playwright&lt;/</a:t>
            </a:r>
            <a:r>
              <a:rPr lang="nl" sz="1100">
                <a:solidFill>
                  <a:srgbClr val="0033B3"/>
                </a:solidFill>
                <a:highlight>
                  <a:srgbClr val="FFFFFF"/>
                </a:highlight>
                <a:latin typeface="Courier New"/>
                <a:ea typeface="Courier New"/>
                <a:cs typeface="Courier New"/>
                <a:sym typeface="Courier New"/>
              </a:rPr>
              <a:t>artifactId</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   &lt;</a:t>
            </a:r>
            <a:r>
              <a:rPr lang="nl" sz="1100">
                <a:solidFill>
                  <a:srgbClr val="0033B3"/>
                </a:solidFill>
                <a:highlight>
                  <a:srgbClr val="FFFFFF"/>
                </a:highlight>
                <a:latin typeface="Courier New"/>
                <a:ea typeface="Courier New"/>
                <a:cs typeface="Courier New"/>
                <a:sym typeface="Courier New"/>
              </a:rPr>
              <a:t>version</a:t>
            </a:r>
            <a:r>
              <a:rPr lang="nl" sz="1100">
                <a:solidFill>
                  <a:srgbClr val="080808"/>
                </a:solidFill>
                <a:highlight>
                  <a:srgbClr val="FFFFFF"/>
                </a:highlight>
                <a:latin typeface="Courier New"/>
                <a:ea typeface="Courier New"/>
                <a:cs typeface="Courier New"/>
                <a:sym typeface="Courier New"/>
              </a:rPr>
              <a:t>&gt;1.63.0&lt;/</a:t>
            </a:r>
            <a:r>
              <a:rPr lang="nl" sz="1100">
                <a:solidFill>
                  <a:srgbClr val="0033B3"/>
                </a:solidFill>
                <a:highlight>
                  <a:srgbClr val="FFFFFF"/>
                </a:highlight>
                <a:latin typeface="Courier New"/>
                <a:ea typeface="Courier New"/>
                <a:cs typeface="Courier New"/>
                <a:sym typeface="Courier New"/>
              </a:rPr>
              <a:t>version</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   &lt;</a:t>
            </a:r>
            <a:r>
              <a:rPr lang="nl" sz="1100">
                <a:solidFill>
                  <a:srgbClr val="0033B3"/>
                </a:solidFill>
                <a:highlight>
                  <a:srgbClr val="FFFFFF"/>
                </a:highlight>
                <a:latin typeface="Courier New"/>
                <a:ea typeface="Courier New"/>
                <a:cs typeface="Courier New"/>
                <a:sym typeface="Courier New"/>
              </a:rPr>
              <a:t>scope</a:t>
            </a:r>
            <a:r>
              <a:rPr lang="nl" sz="1100">
                <a:solidFill>
                  <a:srgbClr val="080808"/>
                </a:solidFill>
                <a:highlight>
                  <a:srgbClr val="FFFFFF"/>
                </a:highlight>
                <a:latin typeface="Courier New"/>
                <a:ea typeface="Courier New"/>
                <a:cs typeface="Courier New"/>
                <a:sym typeface="Courier New"/>
              </a:rPr>
              <a:t>&gt;test&lt;/</a:t>
            </a:r>
            <a:r>
              <a:rPr lang="nl" sz="1100">
                <a:solidFill>
                  <a:srgbClr val="0033B3"/>
                </a:solidFill>
                <a:highlight>
                  <a:srgbClr val="FFFFFF"/>
                </a:highlight>
                <a:latin typeface="Courier New"/>
                <a:ea typeface="Courier New"/>
                <a:cs typeface="Courier New"/>
                <a:sym typeface="Courier New"/>
              </a:rPr>
              <a:t>scope</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&lt;/</a:t>
            </a:r>
            <a:r>
              <a:rPr lang="nl" sz="1100">
                <a:solidFill>
                  <a:srgbClr val="0033B3"/>
                </a:solidFill>
                <a:highlight>
                  <a:srgbClr val="FFFFFF"/>
                </a:highlight>
                <a:latin typeface="Courier New"/>
                <a:ea typeface="Courier New"/>
                <a:cs typeface="Courier New"/>
                <a:sym typeface="Courier New"/>
              </a:rPr>
              <a:t>dependency</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&lt;</a:t>
            </a:r>
            <a:r>
              <a:rPr lang="nl" sz="1100">
                <a:solidFill>
                  <a:srgbClr val="0033B3"/>
                </a:solidFill>
                <a:highlight>
                  <a:srgbClr val="FFFFFF"/>
                </a:highlight>
                <a:latin typeface="Courier New"/>
                <a:ea typeface="Courier New"/>
                <a:cs typeface="Courier New"/>
                <a:sym typeface="Courier New"/>
              </a:rPr>
              <a:t>dependency</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   &lt;</a:t>
            </a:r>
            <a:r>
              <a:rPr lang="nl" sz="1100">
                <a:solidFill>
                  <a:srgbClr val="0033B3"/>
                </a:solidFill>
                <a:highlight>
                  <a:srgbClr val="FFFFFF"/>
                </a:highlight>
                <a:latin typeface="Courier New"/>
                <a:ea typeface="Courier New"/>
                <a:cs typeface="Courier New"/>
                <a:sym typeface="Courier New"/>
              </a:rPr>
              <a:t>groupId</a:t>
            </a:r>
            <a:r>
              <a:rPr lang="nl" sz="1100">
                <a:solidFill>
                  <a:srgbClr val="080808"/>
                </a:solidFill>
                <a:highlight>
                  <a:srgbClr val="FFFFFF"/>
                </a:highlight>
                <a:latin typeface="Courier New"/>
                <a:ea typeface="Courier New"/>
                <a:cs typeface="Courier New"/>
                <a:sym typeface="Courier New"/>
              </a:rPr>
              <a:t>&gt;org.junit.jupiter&lt;/</a:t>
            </a:r>
            <a:r>
              <a:rPr lang="nl" sz="1100">
                <a:solidFill>
                  <a:srgbClr val="0033B3"/>
                </a:solidFill>
                <a:highlight>
                  <a:srgbClr val="FFFFFF"/>
                </a:highlight>
                <a:latin typeface="Courier New"/>
                <a:ea typeface="Courier New"/>
                <a:cs typeface="Courier New"/>
                <a:sym typeface="Courier New"/>
              </a:rPr>
              <a:t>groupId</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   &lt;</a:t>
            </a:r>
            <a:r>
              <a:rPr lang="nl" sz="1100">
                <a:solidFill>
                  <a:srgbClr val="0033B3"/>
                </a:solidFill>
                <a:highlight>
                  <a:srgbClr val="FFFFFF"/>
                </a:highlight>
                <a:latin typeface="Courier New"/>
                <a:ea typeface="Courier New"/>
                <a:cs typeface="Courier New"/>
                <a:sym typeface="Courier New"/>
              </a:rPr>
              <a:t>artifactId</a:t>
            </a:r>
            <a:r>
              <a:rPr lang="nl" sz="1100">
                <a:solidFill>
                  <a:srgbClr val="080808"/>
                </a:solidFill>
                <a:highlight>
                  <a:srgbClr val="FFFFFF"/>
                </a:highlight>
                <a:latin typeface="Courier New"/>
                <a:ea typeface="Courier New"/>
                <a:cs typeface="Courier New"/>
                <a:sym typeface="Courier New"/>
              </a:rPr>
              <a:t>&gt;junit-jupiter&lt;/</a:t>
            </a:r>
            <a:r>
              <a:rPr lang="nl" sz="1100">
                <a:solidFill>
                  <a:srgbClr val="0033B3"/>
                </a:solidFill>
                <a:highlight>
                  <a:srgbClr val="FFFFFF"/>
                </a:highlight>
                <a:latin typeface="Courier New"/>
                <a:ea typeface="Courier New"/>
                <a:cs typeface="Courier New"/>
                <a:sym typeface="Courier New"/>
              </a:rPr>
              <a:t>artifactId</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   &lt;</a:t>
            </a:r>
            <a:r>
              <a:rPr lang="nl" sz="1100">
                <a:solidFill>
                  <a:srgbClr val="0033B3"/>
                </a:solidFill>
                <a:highlight>
                  <a:srgbClr val="FFFFFF"/>
                </a:highlight>
                <a:latin typeface="Courier New"/>
                <a:ea typeface="Courier New"/>
                <a:cs typeface="Courier New"/>
                <a:sym typeface="Courier New"/>
              </a:rPr>
              <a:t>version</a:t>
            </a:r>
            <a:r>
              <a:rPr lang="nl" sz="1100">
                <a:solidFill>
                  <a:srgbClr val="080808"/>
                </a:solidFill>
                <a:highlight>
                  <a:srgbClr val="FFFFFF"/>
                </a:highlight>
                <a:latin typeface="Courier New"/>
                <a:ea typeface="Courier New"/>
                <a:cs typeface="Courier New"/>
                <a:sym typeface="Courier New"/>
              </a:rPr>
              <a:t>&gt;5.11.4&lt;/</a:t>
            </a:r>
            <a:r>
              <a:rPr lang="nl" sz="1100">
                <a:solidFill>
                  <a:srgbClr val="0033B3"/>
                </a:solidFill>
                <a:highlight>
                  <a:srgbClr val="FFFFFF"/>
                </a:highlight>
                <a:latin typeface="Courier New"/>
                <a:ea typeface="Courier New"/>
                <a:cs typeface="Courier New"/>
                <a:sym typeface="Courier New"/>
              </a:rPr>
              <a:t>version</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Clr>
                <a:schemeClr val="dk1"/>
              </a:buClr>
              <a:buSzPts val="1100"/>
              <a:buFont typeface="Arial"/>
              <a:buNone/>
            </a:pPr>
            <a:r>
              <a:rPr lang="nl" sz="1100">
                <a:solidFill>
                  <a:srgbClr val="080808"/>
                </a:solidFill>
                <a:highlight>
                  <a:srgbClr val="FFFFFF"/>
                </a:highlight>
                <a:latin typeface="Courier New"/>
                <a:ea typeface="Courier New"/>
                <a:cs typeface="Courier New"/>
                <a:sym typeface="Courier New"/>
              </a:rPr>
              <a:t>   &lt;</a:t>
            </a:r>
            <a:r>
              <a:rPr lang="nl" sz="1100">
                <a:solidFill>
                  <a:srgbClr val="0033B3"/>
                </a:solidFill>
                <a:highlight>
                  <a:srgbClr val="FFFFFF"/>
                </a:highlight>
                <a:latin typeface="Courier New"/>
                <a:ea typeface="Courier New"/>
                <a:cs typeface="Courier New"/>
                <a:sym typeface="Courier New"/>
              </a:rPr>
              <a:t>scope</a:t>
            </a:r>
            <a:r>
              <a:rPr lang="nl" sz="1100">
                <a:solidFill>
                  <a:srgbClr val="080808"/>
                </a:solidFill>
                <a:highlight>
                  <a:srgbClr val="FFFFFF"/>
                </a:highlight>
                <a:latin typeface="Courier New"/>
                <a:ea typeface="Courier New"/>
                <a:cs typeface="Courier New"/>
                <a:sym typeface="Courier New"/>
              </a:rPr>
              <a:t>&gt;test&lt;/</a:t>
            </a:r>
            <a:r>
              <a:rPr lang="nl" sz="1100">
                <a:solidFill>
                  <a:srgbClr val="0033B3"/>
                </a:solidFill>
                <a:highlight>
                  <a:srgbClr val="FFFFFF"/>
                </a:highlight>
                <a:latin typeface="Courier New"/>
                <a:ea typeface="Courier New"/>
                <a:cs typeface="Courier New"/>
                <a:sym typeface="Courier New"/>
              </a:rPr>
              <a:t>scope</a:t>
            </a:r>
            <a:r>
              <a:rPr lang="nl" sz="1100">
                <a:solidFill>
                  <a:srgbClr val="080808"/>
                </a:solidFill>
                <a:highlight>
                  <a:srgbClr val="FFFFFF"/>
                </a:highlight>
                <a:latin typeface="Courier New"/>
                <a:ea typeface="Courier New"/>
                <a:cs typeface="Courier New"/>
                <a:sym typeface="Courier New"/>
              </a:rPr>
              <a:t>&gt;</a:t>
            </a:r>
            <a:endParaRPr sz="1100">
              <a:solidFill>
                <a:srgbClr val="080808"/>
              </a:solidFill>
              <a:highlight>
                <a:srgbClr val="FFFFFF"/>
              </a:highlight>
              <a:latin typeface="Courier New"/>
              <a:ea typeface="Courier New"/>
              <a:cs typeface="Courier New"/>
              <a:sym typeface="Courier New"/>
            </a:endParaRPr>
          </a:p>
          <a:p>
            <a:pPr marL="0" lvl="0" indent="0" algn="l" rtl="0">
              <a:spcBef>
                <a:spcPts val="800"/>
              </a:spcBef>
              <a:spcAft>
                <a:spcPts val="0"/>
              </a:spcAft>
              <a:buNone/>
            </a:pPr>
            <a:r>
              <a:rPr lang="nl" sz="1100">
                <a:solidFill>
                  <a:srgbClr val="080808"/>
                </a:solidFill>
                <a:highlight>
                  <a:srgbClr val="FFFFFF"/>
                </a:highlight>
                <a:latin typeface="Courier New"/>
                <a:ea typeface="Courier New"/>
                <a:cs typeface="Courier New"/>
                <a:sym typeface="Courier New"/>
              </a:rPr>
              <a:t>&lt;/</a:t>
            </a:r>
            <a:r>
              <a:rPr lang="nl" sz="1100">
                <a:solidFill>
                  <a:srgbClr val="0033B3"/>
                </a:solidFill>
                <a:highlight>
                  <a:srgbClr val="FFFFFF"/>
                </a:highlight>
                <a:latin typeface="Courier New"/>
                <a:ea typeface="Courier New"/>
                <a:cs typeface="Courier New"/>
                <a:sym typeface="Courier New"/>
              </a:rPr>
              <a:t>dependency</a:t>
            </a:r>
            <a:r>
              <a:rPr lang="nl" sz="1100">
                <a:solidFill>
                  <a:srgbClr val="080808"/>
                </a:solidFill>
                <a:highlight>
                  <a:srgbClr val="FFFFFF"/>
                </a:highlight>
                <a:latin typeface="Courier New"/>
                <a:ea typeface="Courier New"/>
                <a:cs typeface="Courier New"/>
                <a:sym typeface="Courier New"/>
              </a:rPr>
              <a:t>&gt;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First example</a:t>
            </a:r>
            <a:endParaRPr/>
          </a:p>
        </p:txBody>
      </p:sp>
      <p:sp>
        <p:nvSpPr>
          <p:cNvPr id="182" name="Google Shape;182;p35"/>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Autofit/>
          </a:bodyPr>
          <a:lstStyle/>
          <a:p>
            <a:pPr marL="457200" lvl="0" indent="-342900" algn="l" rtl="0">
              <a:lnSpc>
                <a:spcPct val="100000"/>
              </a:lnSpc>
              <a:spcBef>
                <a:spcPts val="0"/>
              </a:spcBef>
              <a:spcAft>
                <a:spcPts val="0"/>
              </a:spcAft>
              <a:buClr>
                <a:srgbClr val="9E880D"/>
              </a:buClr>
              <a:buSzPts val="1800"/>
              <a:buFont typeface="Consolas"/>
              <a:buAutoNum type="arabicPeriod"/>
            </a:pPr>
            <a:r>
              <a:rPr lang="nl" dirty="0">
                <a:solidFill>
                  <a:srgbClr val="9E880D"/>
                </a:solidFill>
                <a:highlight>
                  <a:srgbClr val="FFFFFF"/>
                </a:highlight>
                <a:latin typeface="Consolas"/>
                <a:ea typeface="Consolas"/>
                <a:cs typeface="Consolas"/>
                <a:sym typeface="Consolas"/>
              </a:rPr>
              <a:t>@Test</a:t>
            </a:r>
            <a:endParaRPr dirty="0">
              <a:solidFill>
                <a:srgbClr val="9E880D"/>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SzPts val="1800"/>
              <a:buFont typeface="Consolas"/>
              <a:buAutoNum type="arabicPeriod"/>
            </a:pPr>
            <a:r>
              <a:rPr lang="nl" dirty="0">
                <a:solidFill>
                  <a:srgbClr val="0033B3"/>
                </a:solidFill>
                <a:highlight>
                  <a:srgbClr val="FFFFFF"/>
                </a:highlight>
                <a:latin typeface="Consolas"/>
                <a:ea typeface="Consolas"/>
                <a:cs typeface="Consolas"/>
                <a:sym typeface="Consolas"/>
              </a:rPr>
              <a:t>public void </a:t>
            </a:r>
            <a:r>
              <a:rPr lang="nl" dirty="0">
                <a:solidFill>
                  <a:srgbClr val="00627A"/>
                </a:solidFill>
                <a:highlight>
                  <a:srgbClr val="FFFFFF"/>
                </a:highlight>
                <a:latin typeface="Consolas"/>
                <a:ea typeface="Consolas"/>
                <a:cs typeface="Consolas"/>
                <a:sym typeface="Consolas"/>
              </a:rPr>
              <a:t>firstTest</a:t>
            </a:r>
            <a:r>
              <a:rPr lang="nl" dirty="0">
                <a:solidFill>
                  <a:srgbClr val="080808"/>
                </a:solidFill>
                <a:highlight>
                  <a:srgbClr val="FFFFFF"/>
                </a:highlight>
                <a:latin typeface="Consolas"/>
                <a:ea typeface="Consolas"/>
                <a:cs typeface="Consolas"/>
                <a:sym typeface="Consolas"/>
              </a:rPr>
              <a:t>() {</a:t>
            </a:r>
            <a:endParaRPr dirty="0">
              <a:solidFill>
                <a:srgbClr val="080808"/>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SzPts val="1800"/>
              <a:buFont typeface="Consolas"/>
              <a:buAutoNum type="arabicPeriod"/>
            </a:pPr>
            <a:r>
              <a:rPr lang="nl" dirty="0">
                <a:solidFill>
                  <a:srgbClr val="080808"/>
                </a:solidFill>
                <a:highlight>
                  <a:srgbClr val="FFFFFF"/>
                </a:highlight>
                <a:latin typeface="Consolas"/>
                <a:ea typeface="Consolas"/>
                <a:cs typeface="Consolas"/>
                <a:sym typeface="Consolas"/>
              </a:rPr>
              <a:t>   </a:t>
            </a:r>
            <a:r>
              <a:rPr lang="nl" dirty="0">
                <a:solidFill>
                  <a:srgbClr val="0033B3"/>
                </a:solidFill>
                <a:highlight>
                  <a:srgbClr val="FFFFFF"/>
                </a:highlight>
                <a:latin typeface="Consolas"/>
                <a:ea typeface="Consolas"/>
                <a:cs typeface="Consolas"/>
                <a:sym typeface="Consolas"/>
              </a:rPr>
              <a:t>try </a:t>
            </a:r>
            <a:r>
              <a:rPr lang="nl" dirty="0">
                <a:solidFill>
                  <a:srgbClr val="080808"/>
                </a:solidFill>
                <a:highlight>
                  <a:srgbClr val="FFFFFF"/>
                </a:highlight>
                <a:latin typeface="Consolas"/>
                <a:ea typeface="Consolas"/>
                <a:cs typeface="Consolas"/>
                <a:sym typeface="Consolas"/>
              </a:rPr>
              <a:t>(</a:t>
            </a:r>
            <a:r>
              <a:rPr lang="nl" dirty="0">
                <a:highlight>
                  <a:srgbClr val="FFFFFF"/>
                </a:highlight>
                <a:latin typeface="Consolas"/>
                <a:ea typeface="Consolas"/>
                <a:cs typeface="Consolas"/>
                <a:sym typeface="Consolas"/>
              </a:rPr>
              <a:t>Playwright pw </a:t>
            </a: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Playwright</a:t>
            </a:r>
            <a:r>
              <a:rPr lang="nl" dirty="0">
                <a:solidFill>
                  <a:srgbClr val="080808"/>
                </a:solidFill>
                <a:highlight>
                  <a:srgbClr val="FFFFFF"/>
                </a:highlight>
                <a:latin typeface="Consolas"/>
                <a:ea typeface="Consolas"/>
                <a:cs typeface="Consolas"/>
                <a:sym typeface="Consolas"/>
              </a:rPr>
              <a:t>.</a:t>
            </a:r>
            <a:r>
              <a:rPr lang="nl" i="1" dirty="0">
                <a:solidFill>
                  <a:srgbClr val="080808"/>
                </a:solidFill>
                <a:highlight>
                  <a:srgbClr val="FFFFFF"/>
                </a:highlight>
                <a:latin typeface="Consolas"/>
                <a:ea typeface="Consolas"/>
                <a:cs typeface="Consolas"/>
                <a:sym typeface="Consolas"/>
              </a:rPr>
              <a:t>create</a:t>
            </a:r>
            <a:r>
              <a:rPr lang="nl" dirty="0">
                <a:solidFill>
                  <a:srgbClr val="080808"/>
                </a:solidFill>
                <a:highlight>
                  <a:srgbClr val="FFFFFF"/>
                </a:highlight>
                <a:latin typeface="Consolas"/>
                <a:ea typeface="Consolas"/>
                <a:cs typeface="Consolas"/>
                <a:sym typeface="Consolas"/>
              </a:rPr>
              <a:t>()) {</a:t>
            </a:r>
            <a:endParaRPr dirty="0">
              <a:solidFill>
                <a:srgbClr val="080808"/>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SzPts val="1800"/>
              <a:buFont typeface="Consolas"/>
              <a:buAutoNum type="arabicPeriod"/>
            </a:pPr>
            <a:r>
              <a:rPr lang="nl" i="1" dirty="0">
                <a:solidFill>
                  <a:srgbClr val="8C8C8C"/>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Browser browser </a:t>
            </a: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pw</a:t>
            </a:r>
            <a:r>
              <a:rPr lang="nl" dirty="0">
                <a:solidFill>
                  <a:srgbClr val="080808"/>
                </a:solidFill>
                <a:highlight>
                  <a:srgbClr val="FFFFFF"/>
                </a:highlight>
                <a:latin typeface="Consolas"/>
                <a:ea typeface="Consolas"/>
                <a:cs typeface="Consolas"/>
                <a:sym typeface="Consolas"/>
              </a:rPr>
              <a:t>.chromium().launch();</a:t>
            </a:r>
            <a:endParaRPr dirty="0">
              <a:solidFill>
                <a:srgbClr val="080808"/>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SzPts val="1800"/>
              <a:buFont typeface="Consolas"/>
              <a:buAutoNum type="arabicPeriod"/>
            </a:pP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Page page </a:t>
            </a: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browser</a:t>
            </a:r>
            <a:r>
              <a:rPr lang="nl" dirty="0">
                <a:solidFill>
                  <a:srgbClr val="080808"/>
                </a:solidFill>
                <a:highlight>
                  <a:srgbClr val="FFFFFF"/>
                </a:highlight>
                <a:latin typeface="Consolas"/>
                <a:ea typeface="Consolas"/>
                <a:cs typeface="Consolas"/>
                <a:sym typeface="Consolas"/>
              </a:rPr>
              <a:t>.newPage();</a:t>
            </a:r>
            <a:endParaRPr dirty="0">
              <a:solidFill>
                <a:srgbClr val="080808"/>
              </a:solidFill>
              <a:highlight>
                <a:srgbClr val="FFFFFF"/>
              </a:highlight>
              <a:latin typeface="Consolas"/>
              <a:ea typeface="Consolas"/>
              <a:cs typeface="Consolas"/>
              <a:sym typeface="Consolas"/>
            </a:endParaRPr>
          </a:p>
          <a:p>
            <a:pPr lvl="0" indent="-342900">
              <a:lnSpc>
                <a:spcPct val="100000"/>
              </a:lnSpc>
              <a:spcBef>
                <a:spcPts val="0"/>
              </a:spcBef>
              <a:buSzPts val="1800"/>
              <a:buFont typeface="Consolas"/>
              <a:buAutoNum type="arabicPeriod"/>
            </a:pP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page</a:t>
            </a:r>
            <a:r>
              <a:rPr lang="nl" dirty="0">
                <a:solidFill>
                  <a:srgbClr val="080808"/>
                </a:solidFill>
                <a:highlight>
                  <a:srgbClr val="FFFFFF"/>
                </a:highlight>
                <a:latin typeface="Consolas"/>
                <a:ea typeface="Consolas"/>
                <a:cs typeface="Consolas"/>
                <a:sym typeface="Consolas"/>
              </a:rPr>
              <a:t>.navigate(</a:t>
            </a:r>
            <a:r>
              <a:rPr lang="nl" dirty="0">
                <a:solidFill>
                  <a:srgbClr val="067D17"/>
                </a:solidFill>
                <a:highlight>
                  <a:srgbClr val="FFFFFF"/>
                </a:highlight>
                <a:latin typeface="Consolas"/>
                <a:ea typeface="Consolas"/>
                <a:cs typeface="Consolas"/>
                <a:sym typeface="Consolas"/>
              </a:rPr>
              <a:t>"url_goes_here"</a:t>
            </a:r>
            <a:r>
              <a:rPr lang="nl" dirty="0">
                <a:solidFill>
                  <a:srgbClr val="080808"/>
                </a:solidFill>
                <a:highlight>
                  <a:srgbClr val="FFFFFF"/>
                </a:highlight>
                <a:latin typeface="Consolas"/>
                <a:ea typeface="Consolas"/>
                <a:cs typeface="Consolas"/>
                <a:sym typeface="Consolas"/>
              </a:rPr>
              <a:t>);</a:t>
            </a:r>
            <a:endParaRPr dirty="0">
              <a:solidFill>
                <a:srgbClr val="080808"/>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SzPts val="1800"/>
              <a:buFont typeface="Consolas"/>
              <a:buAutoNum type="arabicPeriod"/>
            </a:pP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System</a:t>
            </a:r>
            <a:r>
              <a:rPr lang="nl" dirty="0">
                <a:solidFill>
                  <a:srgbClr val="080808"/>
                </a:solidFill>
                <a:highlight>
                  <a:srgbClr val="FFFFFF"/>
                </a:highlight>
                <a:latin typeface="Consolas"/>
                <a:ea typeface="Consolas"/>
                <a:cs typeface="Consolas"/>
                <a:sym typeface="Consolas"/>
              </a:rPr>
              <a:t>.</a:t>
            </a:r>
            <a:r>
              <a:rPr lang="nl" i="1" dirty="0">
                <a:solidFill>
                  <a:srgbClr val="871094"/>
                </a:solidFill>
                <a:highlight>
                  <a:srgbClr val="FFFFFF"/>
                </a:highlight>
                <a:latin typeface="Consolas"/>
                <a:ea typeface="Consolas"/>
                <a:cs typeface="Consolas"/>
                <a:sym typeface="Consolas"/>
              </a:rPr>
              <a:t>out</a:t>
            </a:r>
            <a:r>
              <a:rPr lang="nl" dirty="0">
                <a:solidFill>
                  <a:srgbClr val="080808"/>
                </a:solidFill>
                <a:highlight>
                  <a:srgbClr val="FFFFFF"/>
                </a:highlight>
                <a:latin typeface="Consolas"/>
                <a:ea typeface="Consolas"/>
                <a:cs typeface="Consolas"/>
                <a:sym typeface="Consolas"/>
              </a:rPr>
              <a:t>.println(</a:t>
            </a:r>
            <a:r>
              <a:rPr lang="nl" dirty="0">
                <a:solidFill>
                  <a:srgbClr val="067D17"/>
                </a:solidFill>
                <a:highlight>
                  <a:srgbClr val="FFFFFF"/>
                </a:highlight>
                <a:latin typeface="Consolas"/>
                <a:ea typeface="Consolas"/>
                <a:cs typeface="Consolas"/>
                <a:sym typeface="Consolas"/>
              </a:rPr>
              <a:t>"Title: " </a:t>
            </a:r>
            <a:r>
              <a:rPr lang="nl" dirty="0">
                <a:solidFill>
                  <a:srgbClr val="080808"/>
                </a:solidFill>
                <a:highlight>
                  <a:srgbClr val="FFFFFF"/>
                </a:highlight>
                <a:latin typeface="Consolas"/>
                <a:ea typeface="Consolas"/>
                <a:cs typeface="Consolas"/>
                <a:sym typeface="Consolas"/>
              </a:rPr>
              <a:t>+ </a:t>
            </a:r>
            <a:r>
              <a:rPr lang="nl" dirty="0">
                <a:highlight>
                  <a:srgbClr val="FFFFFF"/>
                </a:highlight>
                <a:latin typeface="Consolas"/>
                <a:ea typeface="Consolas"/>
                <a:cs typeface="Consolas"/>
                <a:sym typeface="Consolas"/>
              </a:rPr>
              <a:t>page</a:t>
            </a:r>
            <a:r>
              <a:rPr lang="nl" dirty="0">
                <a:solidFill>
                  <a:srgbClr val="080808"/>
                </a:solidFill>
                <a:highlight>
                  <a:srgbClr val="FFFFFF"/>
                </a:highlight>
                <a:latin typeface="Consolas"/>
                <a:ea typeface="Consolas"/>
                <a:cs typeface="Consolas"/>
                <a:sym typeface="Consolas"/>
              </a:rPr>
              <a:t>.title());</a:t>
            </a:r>
            <a:endParaRPr dirty="0">
              <a:solidFill>
                <a:srgbClr val="080808"/>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Clr>
                <a:srgbClr val="080808"/>
              </a:buClr>
              <a:buSzPts val="1800"/>
              <a:buFont typeface="Consolas"/>
              <a:buAutoNum type="arabicPeriod"/>
            </a:pPr>
            <a:r>
              <a:rPr lang="nl" dirty="0">
                <a:solidFill>
                  <a:srgbClr val="080808"/>
                </a:solidFill>
                <a:highlight>
                  <a:srgbClr val="FFFFFF"/>
                </a:highlight>
                <a:latin typeface="Consolas"/>
                <a:ea typeface="Consolas"/>
                <a:cs typeface="Consolas"/>
                <a:sym typeface="Consolas"/>
              </a:rPr>
              <a:t>   }</a:t>
            </a:r>
            <a:endParaRPr i="1" dirty="0">
              <a:solidFill>
                <a:srgbClr val="8C8C8C"/>
              </a:solidFill>
              <a:highlight>
                <a:srgbClr val="FFFFFF"/>
              </a:highlight>
              <a:latin typeface="Consolas"/>
              <a:ea typeface="Consolas"/>
              <a:cs typeface="Consolas"/>
              <a:sym typeface="Consolas"/>
            </a:endParaRPr>
          </a:p>
          <a:p>
            <a:pPr marL="457200" lvl="0" indent="-342900" algn="l" rtl="0">
              <a:lnSpc>
                <a:spcPct val="100000"/>
              </a:lnSpc>
              <a:spcBef>
                <a:spcPts val="0"/>
              </a:spcBef>
              <a:spcAft>
                <a:spcPts val="0"/>
              </a:spcAft>
              <a:buClr>
                <a:srgbClr val="080808"/>
              </a:buClr>
              <a:buSzPts val="1800"/>
              <a:buFont typeface="Consolas"/>
              <a:buAutoNum type="arabicPeriod"/>
            </a:pPr>
            <a:r>
              <a:rPr lang="nl" dirty="0">
                <a:solidFill>
                  <a:srgbClr val="080808"/>
                </a:solidFill>
                <a:highlight>
                  <a:srgbClr val="FFFFFF"/>
                </a:highlight>
                <a:latin typeface="Consolas"/>
                <a:ea typeface="Consolas"/>
                <a:cs typeface="Consolas"/>
                <a:sym typeface="Consolas"/>
              </a:rPr>
              <a:t>}</a:t>
            </a:r>
            <a:endParaRPr dirty="0">
              <a:solidFill>
                <a:srgbClr val="080808"/>
              </a:solidFill>
              <a:highlight>
                <a:srgbClr val="FFFFFF"/>
              </a:highlight>
              <a:latin typeface="Consolas"/>
              <a:ea typeface="Consolas"/>
              <a:cs typeface="Consolas"/>
              <a:sym typeface="Consolas"/>
            </a:endParaRPr>
          </a:p>
          <a:p>
            <a:pPr marL="0" lvl="0" indent="0" algn="l" rtl="0">
              <a:lnSpc>
                <a:spcPct val="105000"/>
              </a:lnSpc>
              <a:spcBef>
                <a:spcPts val="1200"/>
              </a:spcBef>
              <a:spcAft>
                <a:spcPts val="1200"/>
              </a:spcAft>
              <a:buClr>
                <a:schemeClr val="dk1"/>
              </a:buClr>
              <a:buSzPts val="523"/>
              <a:buFont typeface="Arial"/>
              <a:buNone/>
            </a:pPr>
            <a:endParaRPr sz="1299" dirty="0">
              <a:solidFill>
                <a:srgbClr val="D1D2E6"/>
              </a:solidFill>
              <a:highlight>
                <a:srgbClr val="1B1834"/>
              </a:highlight>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6"/>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Locators</a:t>
            </a:r>
            <a:endParaRPr/>
          </a:p>
        </p:txBody>
      </p:sp>
      <p:sp>
        <p:nvSpPr>
          <p:cNvPr id="188" name="Google Shape;188;p36"/>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457200" marR="152400" lvl="0" indent="-304800" algn="l" rtl="0">
              <a:lnSpc>
                <a:spcPct val="150000"/>
              </a:lnSpc>
              <a:spcBef>
                <a:spcPts val="0"/>
              </a:spcBef>
              <a:spcAft>
                <a:spcPts val="0"/>
              </a:spcAft>
              <a:buSzPts val="1200"/>
              <a:buFont typeface="Roboto"/>
              <a:buChar char="-"/>
            </a:pPr>
            <a:r>
              <a:rPr lang="nl" sz="1200">
                <a:solidFill>
                  <a:srgbClr val="1C1E21"/>
                </a:solidFill>
                <a:latin typeface="Roboto"/>
                <a:ea typeface="Roboto"/>
                <a:cs typeface="Roboto"/>
                <a:sym typeface="Roboto"/>
              </a:rPr>
              <a:t>Locators are the central piece of Playwright's auto-waiting and retry-ability. In a nutshell, locators represent a way to find element(s) on the page at any moment. A locator can be created with the </a:t>
            </a:r>
            <a:r>
              <a:rPr lang="nl" sz="1200" u="sng">
                <a:solidFill>
                  <a:schemeClr val="hlink"/>
                </a:solidFill>
                <a:latin typeface="Roboto"/>
                <a:ea typeface="Roboto"/>
                <a:cs typeface="Roboto"/>
                <a:sym typeface="Roboto"/>
                <a:hlinkClick r:id="rId3"/>
              </a:rPr>
              <a:t>page.locator()</a:t>
            </a:r>
            <a:r>
              <a:rPr lang="nl" sz="1200">
                <a:solidFill>
                  <a:srgbClr val="1C1E21"/>
                </a:solidFill>
                <a:latin typeface="Roboto"/>
                <a:ea typeface="Roboto"/>
                <a:cs typeface="Roboto"/>
                <a:sym typeface="Roboto"/>
              </a:rPr>
              <a:t> method.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Locators</a:t>
            </a:r>
            <a:endParaRPr/>
          </a:p>
        </p:txBody>
      </p:sp>
      <p:sp>
        <p:nvSpPr>
          <p:cNvPr id="194" name="Google Shape;194;p37"/>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lnSpc>
                <a:spcPct val="115000"/>
              </a:lnSpc>
              <a:spcBef>
                <a:spcPts val="1200"/>
              </a:spcBef>
              <a:spcAft>
                <a:spcPts val="0"/>
              </a:spcAft>
              <a:buNone/>
            </a:pPr>
            <a:r>
              <a:rPr lang="nl" sz="1200">
                <a:solidFill>
                  <a:srgbClr val="1C1E21"/>
                </a:solidFill>
                <a:latin typeface="Roboto"/>
                <a:ea typeface="Roboto"/>
                <a:cs typeface="Roboto"/>
                <a:sym typeface="Roboto"/>
              </a:rPr>
              <a:t>These are the recommended built-in locators.</a:t>
            </a:r>
            <a:endParaRPr sz="1200">
              <a:solidFill>
                <a:srgbClr val="1C1E21"/>
              </a:solidFill>
              <a:latin typeface="Roboto"/>
              <a:ea typeface="Roboto"/>
              <a:cs typeface="Roboto"/>
              <a:sym typeface="Roboto"/>
            </a:endParaRPr>
          </a:p>
          <a:p>
            <a:pPr marL="457200" lvl="0" indent="-304800" algn="l" rtl="0">
              <a:lnSpc>
                <a:spcPct val="115000"/>
              </a:lnSpc>
              <a:spcBef>
                <a:spcPts val="120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3"/>
              </a:rPr>
              <a:t>Page.getByRole()</a:t>
            </a:r>
            <a:r>
              <a:rPr lang="nl" sz="1200">
                <a:solidFill>
                  <a:srgbClr val="1C1E21"/>
                </a:solidFill>
                <a:latin typeface="Roboto"/>
                <a:ea typeface="Roboto"/>
                <a:cs typeface="Roboto"/>
                <a:sym typeface="Roboto"/>
              </a:rPr>
              <a:t> to locate by explicit and implicit accessibility attributes.</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4"/>
              </a:rPr>
              <a:t>Page.getByText()</a:t>
            </a:r>
            <a:r>
              <a:rPr lang="nl" sz="1200">
                <a:solidFill>
                  <a:srgbClr val="1C1E21"/>
                </a:solidFill>
                <a:latin typeface="Roboto"/>
                <a:ea typeface="Roboto"/>
                <a:cs typeface="Roboto"/>
                <a:sym typeface="Roboto"/>
              </a:rPr>
              <a:t> to locate by text content.</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5"/>
              </a:rPr>
              <a:t>Page.getByLabel()</a:t>
            </a:r>
            <a:r>
              <a:rPr lang="nl" sz="1200">
                <a:solidFill>
                  <a:srgbClr val="1C1E21"/>
                </a:solidFill>
                <a:latin typeface="Roboto"/>
                <a:ea typeface="Roboto"/>
                <a:cs typeface="Roboto"/>
                <a:sym typeface="Roboto"/>
              </a:rPr>
              <a:t> to locate a form control by associated label's text.</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6"/>
              </a:rPr>
              <a:t>Page.getByPlaceholder()</a:t>
            </a:r>
            <a:r>
              <a:rPr lang="nl" sz="1200">
                <a:solidFill>
                  <a:srgbClr val="1C1E21"/>
                </a:solidFill>
                <a:latin typeface="Roboto"/>
                <a:ea typeface="Roboto"/>
                <a:cs typeface="Roboto"/>
                <a:sym typeface="Roboto"/>
              </a:rPr>
              <a:t> to locate an input by placeholder.</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7"/>
              </a:rPr>
              <a:t>Page.getByAltText()</a:t>
            </a:r>
            <a:r>
              <a:rPr lang="nl" sz="1200">
                <a:solidFill>
                  <a:srgbClr val="1C1E21"/>
                </a:solidFill>
                <a:latin typeface="Roboto"/>
                <a:ea typeface="Roboto"/>
                <a:cs typeface="Roboto"/>
                <a:sym typeface="Roboto"/>
              </a:rPr>
              <a:t> to locate an element, usually image, by its text alternative.</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8"/>
              </a:rPr>
              <a:t>Page.getByTitle()</a:t>
            </a:r>
            <a:r>
              <a:rPr lang="nl" sz="1200">
                <a:solidFill>
                  <a:srgbClr val="1C1E21"/>
                </a:solidFill>
                <a:latin typeface="Roboto"/>
                <a:ea typeface="Roboto"/>
                <a:cs typeface="Roboto"/>
                <a:sym typeface="Roboto"/>
              </a:rPr>
              <a:t> to locate an element by its title attribute.</a:t>
            </a:r>
            <a:endParaRPr sz="1200">
              <a:solidFill>
                <a:srgbClr val="1C1E21"/>
              </a:solidFill>
              <a:latin typeface="Roboto"/>
              <a:ea typeface="Roboto"/>
              <a:cs typeface="Roboto"/>
              <a:sym typeface="Roboto"/>
            </a:endParaRPr>
          </a:p>
          <a:p>
            <a:pPr marL="457200" lvl="0" indent="-304800" algn="l" rtl="0">
              <a:lnSpc>
                <a:spcPct val="115000"/>
              </a:lnSpc>
              <a:spcBef>
                <a:spcPts val="0"/>
              </a:spcBef>
              <a:spcAft>
                <a:spcPts val="0"/>
              </a:spcAft>
              <a:buClr>
                <a:srgbClr val="1C1E21"/>
              </a:buClr>
              <a:buSzPts val="1200"/>
              <a:buFont typeface="Roboto"/>
              <a:buChar char="●"/>
            </a:pPr>
            <a:r>
              <a:rPr lang="nl" sz="1200" u="sng">
                <a:solidFill>
                  <a:schemeClr val="hlink"/>
                </a:solidFill>
                <a:latin typeface="Roboto"/>
                <a:ea typeface="Roboto"/>
                <a:cs typeface="Roboto"/>
                <a:sym typeface="Roboto"/>
                <a:hlinkClick r:id="rId9"/>
              </a:rPr>
              <a:t>Page.getByTestId()</a:t>
            </a:r>
            <a:r>
              <a:rPr lang="nl" sz="1200">
                <a:solidFill>
                  <a:srgbClr val="1C1E21"/>
                </a:solidFill>
                <a:latin typeface="Roboto"/>
                <a:ea typeface="Roboto"/>
                <a:cs typeface="Roboto"/>
                <a:sym typeface="Roboto"/>
              </a:rPr>
              <a:t> to locate an element based on its </a:t>
            </a:r>
            <a:r>
              <a:rPr lang="nl" sz="1200">
                <a:solidFill>
                  <a:srgbClr val="1C1E21"/>
                </a:solidFill>
                <a:latin typeface="Roboto Mono"/>
                <a:ea typeface="Roboto Mono"/>
                <a:cs typeface="Roboto Mono"/>
                <a:sym typeface="Roboto Mono"/>
              </a:rPr>
              <a:t>data-testid</a:t>
            </a:r>
            <a:r>
              <a:rPr lang="nl" sz="1200">
                <a:solidFill>
                  <a:srgbClr val="1C1E21"/>
                </a:solidFill>
                <a:latin typeface="Roboto"/>
                <a:ea typeface="Roboto"/>
                <a:cs typeface="Roboto"/>
                <a:sym typeface="Roboto"/>
              </a:rPr>
              <a:t> attribute (other attributes can be configured).</a:t>
            </a:r>
            <a:endParaRPr sz="1200">
              <a:solidFill>
                <a:srgbClr val="1C1E2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data-testid</a:t>
            </a:r>
            <a:endParaRPr/>
          </a:p>
        </p:txBody>
      </p:sp>
      <p:sp>
        <p:nvSpPr>
          <p:cNvPr id="200" name="Google Shape;200;p3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fontScale="92500" lnSpcReduction="20000"/>
          </a:bodyPr>
          <a:lstStyle/>
          <a:p>
            <a:pPr marL="457200" lvl="0" indent="-310833" algn="l" rtl="0">
              <a:lnSpc>
                <a:spcPct val="115000"/>
              </a:lnSpc>
              <a:spcBef>
                <a:spcPts val="800"/>
              </a:spcBef>
              <a:spcAft>
                <a:spcPts val="0"/>
              </a:spcAft>
              <a:buSzPct val="77778"/>
              <a:buChar char="-"/>
            </a:pPr>
            <a:r>
              <a:rPr lang="nl"/>
              <a:t>A custom HTML attribute designed for easier targeting of elements in automated tests.</a:t>
            </a:r>
            <a:endParaRPr/>
          </a:p>
          <a:p>
            <a:pPr marL="457200" lvl="0" indent="-310833" algn="l" rtl="0">
              <a:lnSpc>
                <a:spcPct val="115000"/>
              </a:lnSpc>
              <a:spcBef>
                <a:spcPts val="0"/>
              </a:spcBef>
              <a:spcAft>
                <a:spcPts val="0"/>
              </a:spcAft>
              <a:buSzPct val="77778"/>
              <a:buChar char="-"/>
            </a:pPr>
            <a:r>
              <a:rPr lang="nl"/>
              <a:t>Invisible to end users but accessible to testing frameworks like Jest, Cypress, Selenium,...</a:t>
            </a:r>
            <a:endParaRPr/>
          </a:p>
          <a:p>
            <a:pPr marL="457200" lvl="0" indent="-310833" algn="l" rtl="0">
              <a:lnSpc>
                <a:spcPct val="115000"/>
              </a:lnSpc>
              <a:spcBef>
                <a:spcPts val="0"/>
              </a:spcBef>
              <a:spcAft>
                <a:spcPts val="0"/>
              </a:spcAft>
              <a:buSzPct val="77778"/>
              <a:buChar char="-"/>
            </a:pPr>
            <a:r>
              <a:rPr lang="nl"/>
              <a:t>Why?</a:t>
            </a:r>
            <a:endParaRPr/>
          </a:p>
          <a:p>
            <a:pPr marL="914400" lvl="1" indent="-310832" algn="l" rtl="0">
              <a:lnSpc>
                <a:spcPct val="115000"/>
              </a:lnSpc>
              <a:spcBef>
                <a:spcPts val="0"/>
              </a:spcBef>
              <a:spcAft>
                <a:spcPts val="0"/>
              </a:spcAft>
              <a:buSzPct val="77778"/>
              <a:buChar char="-"/>
            </a:pPr>
            <a:r>
              <a:rPr lang="nl" b="1"/>
              <a:t>Test Stability: </a:t>
            </a:r>
            <a:r>
              <a:rPr lang="nl"/>
              <a:t>Avoids relying on CSS classes, IDs, or text that may change with UI updates.</a:t>
            </a:r>
            <a:endParaRPr/>
          </a:p>
          <a:p>
            <a:pPr marL="914400" lvl="1" indent="-310832" algn="l" rtl="0">
              <a:lnSpc>
                <a:spcPct val="115000"/>
              </a:lnSpc>
              <a:spcBef>
                <a:spcPts val="0"/>
              </a:spcBef>
              <a:spcAft>
                <a:spcPts val="0"/>
              </a:spcAft>
              <a:buSzPct val="77778"/>
              <a:buChar char="-"/>
            </a:pPr>
            <a:r>
              <a:rPr lang="nl" b="1"/>
              <a:t>Separation of Concerns:</a:t>
            </a:r>
            <a:r>
              <a:rPr lang="nl"/>
              <a:t> Keeps test selectors separate from actual user-facing content.</a:t>
            </a:r>
            <a:endParaRPr/>
          </a:p>
          <a:p>
            <a:pPr marL="914400" lvl="1" indent="-310832" algn="l" rtl="0">
              <a:lnSpc>
                <a:spcPct val="115000"/>
              </a:lnSpc>
              <a:spcBef>
                <a:spcPts val="0"/>
              </a:spcBef>
              <a:spcAft>
                <a:spcPts val="0"/>
              </a:spcAft>
              <a:buSzPct val="77778"/>
              <a:buChar char="-"/>
            </a:pPr>
            <a:r>
              <a:rPr lang="nl" b="1"/>
              <a:t>Improved Readability:</a:t>
            </a:r>
            <a:r>
              <a:rPr lang="nl"/>
              <a:t> Makes test code clearer by providing meaningful and consistent element selectors.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data-testid</a:t>
            </a:r>
            <a:endParaRPr/>
          </a:p>
        </p:txBody>
      </p:sp>
      <p:sp>
        <p:nvSpPr>
          <p:cNvPr id="206" name="Google Shape;206;p39"/>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lnSpc>
                <a:spcPct val="115000"/>
              </a:lnSpc>
              <a:spcBef>
                <a:spcPts val="1200"/>
              </a:spcBef>
              <a:spcAft>
                <a:spcPts val="0"/>
              </a:spcAft>
              <a:buNone/>
            </a:pPr>
            <a:r>
              <a:rPr lang="nl" sz="1500" b="1"/>
              <a:t>Common Issues Without </a:t>
            </a:r>
            <a:r>
              <a:rPr lang="nl" sz="1500" b="1">
                <a:solidFill>
                  <a:srgbClr val="188038"/>
                </a:solidFill>
                <a:latin typeface="Roboto Mono"/>
                <a:ea typeface="Roboto Mono"/>
                <a:cs typeface="Roboto Mono"/>
                <a:sym typeface="Roboto Mono"/>
              </a:rPr>
              <a:t>data-testid</a:t>
            </a:r>
            <a:r>
              <a:rPr lang="nl" sz="1500" b="1"/>
              <a:t>:</a:t>
            </a:r>
            <a:endParaRPr sz="1500" b="1"/>
          </a:p>
          <a:p>
            <a:pPr marL="457200" lvl="0" indent="-323850" algn="l" rtl="0">
              <a:lnSpc>
                <a:spcPct val="115000"/>
              </a:lnSpc>
              <a:spcBef>
                <a:spcPts val="1200"/>
              </a:spcBef>
              <a:spcAft>
                <a:spcPts val="0"/>
              </a:spcAft>
              <a:buSzPts val="1500"/>
              <a:buChar char="●"/>
            </a:pPr>
            <a:r>
              <a:rPr lang="nl" sz="1500"/>
              <a:t>Flaky tests: Test scripts often break when UI elements like classes, IDs, or visible text are modified for styling or localization.</a:t>
            </a:r>
            <a:endParaRPr sz="1500"/>
          </a:p>
          <a:p>
            <a:pPr marL="457200" lvl="0" indent="-323850" algn="l" rtl="0">
              <a:lnSpc>
                <a:spcPct val="115000"/>
              </a:lnSpc>
              <a:spcBef>
                <a:spcPts val="0"/>
              </a:spcBef>
              <a:spcAft>
                <a:spcPts val="0"/>
              </a:spcAft>
              <a:buSzPts val="1500"/>
              <a:buChar char="●"/>
            </a:pPr>
            <a:r>
              <a:rPr lang="nl" sz="1500"/>
              <a:t>Complex selectors: Tests become hard to maintain when selectors rely on deep DOM structures or complex CSS classes.</a:t>
            </a:r>
            <a:endParaRPr sz="2200"/>
          </a:p>
          <a:p>
            <a:pPr marL="0" lvl="0" indent="0" algn="l" rtl="0">
              <a:spcBef>
                <a:spcPts val="1200"/>
              </a:spcBef>
              <a:spcAft>
                <a:spcPts val="0"/>
              </a:spcAft>
              <a:buNone/>
            </a:pPr>
            <a:endParaRPr/>
          </a:p>
          <a:p>
            <a:pPr marL="0" lvl="0" indent="0" algn="l" rtl="0">
              <a:spcBef>
                <a:spcPts val="800"/>
              </a:spcBef>
              <a:spcAft>
                <a:spcPts val="0"/>
              </a:spcAft>
              <a:buNone/>
            </a:pPr>
            <a:endParaRPr/>
          </a:p>
          <a:p>
            <a:pPr marL="0" lvl="0" indent="0" algn="l" rtl="0">
              <a:spcBef>
                <a:spcPts val="800"/>
              </a:spcBef>
              <a:spcAft>
                <a:spcPts val="0"/>
              </a:spcAft>
              <a:buClr>
                <a:schemeClr val="dk1"/>
              </a:buClr>
              <a:buSzPts val="1100"/>
              <a:buFont typeface="Arial"/>
              <a:buNone/>
            </a:pPr>
            <a:endParaRPr/>
          </a:p>
          <a:p>
            <a:pPr marL="0" lvl="0" indent="0" algn="l" rtl="0">
              <a:spcBef>
                <a:spcPts val="800"/>
              </a:spcBef>
              <a:spcAft>
                <a:spcPts val="0"/>
              </a:spcAft>
              <a:buClr>
                <a:schemeClr val="dk1"/>
              </a:buClr>
              <a:buSzPts val="1100"/>
              <a:buFont typeface="Arial"/>
              <a:buNone/>
            </a:pPr>
            <a:endParaRPr/>
          </a:p>
          <a:p>
            <a:pPr marL="0" lvl="0" indent="0" algn="l" rtl="0">
              <a:spcBef>
                <a:spcPts val="800"/>
              </a:spcBef>
              <a:spcAft>
                <a:spcPts val="0"/>
              </a:spcAft>
              <a:buNone/>
            </a:pPr>
            <a:endParaRPr/>
          </a:p>
        </p:txBody>
      </p:sp>
      <p:pic>
        <p:nvPicPr>
          <p:cNvPr id="207" name="Google Shape;207;p39"/>
          <p:cNvPicPr preferRelativeResize="0"/>
          <p:nvPr/>
        </p:nvPicPr>
        <p:blipFill>
          <a:blip>
            <a:alphaModFix/>
          </a:blip>
          <a:stretch>
            <a:fillRect/>
          </a:stretch>
        </p:blipFill>
        <p:spPr>
          <a:xfrm>
            <a:off x="1463825" y="2812002"/>
            <a:ext cx="7462249" cy="2189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Locators examples</a:t>
            </a:r>
            <a:endParaRPr/>
          </a:p>
        </p:txBody>
      </p:sp>
      <p:sp>
        <p:nvSpPr>
          <p:cNvPr id="213" name="Google Shape;213;p40"/>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Clr>
                <a:schemeClr val="dk1"/>
              </a:buClr>
              <a:buSzPts val="1100"/>
              <a:buFont typeface="Arial"/>
              <a:buNone/>
            </a:pPr>
            <a:r>
              <a:rPr lang="nl" sz="1150">
                <a:solidFill>
                  <a:srgbClr val="2E2E2C"/>
                </a:solidFill>
                <a:highlight>
                  <a:srgbClr val="F6F8FA"/>
                </a:highlight>
                <a:latin typeface="Consolas"/>
                <a:ea typeface="Consolas"/>
                <a:cs typeface="Consolas"/>
                <a:sym typeface="Consolas"/>
              </a:rPr>
              <a:t>page</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getByLabel</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"User Name"</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fill</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"John"</a:t>
            </a:r>
            <a:r>
              <a:rPr lang="nl" sz="1150">
                <a:solidFill>
                  <a:srgbClr val="393A34"/>
                </a:solidFill>
                <a:highlight>
                  <a:srgbClr val="F6F8FA"/>
                </a:highlight>
                <a:latin typeface="Consolas"/>
                <a:ea typeface="Consolas"/>
                <a:cs typeface="Consolas"/>
                <a:sym typeface="Consolas"/>
              </a:rPr>
              <a:t>);</a:t>
            </a:r>
            <a:endParaRPr sz="1150">
              <a:solidFill>
                <a:srgbClr val="393A34"/>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endParaRPr sz="1150">
              <a:solidFill>
                <a:srgbClr val="2E2E2C"/>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sz="1150">
                <a:solidFill>
                  <a:srgbClr val="2E2E2C"/>
                </a:solidFill>
                <a:highlight>
                  <a:srgbClr val="F6F8FA"/>
                </a:highlight>
                <a:latin typeface="Consolas"/>
                <a:ea typeface="Consolas"/>
                <a:cs typeface="Consolas"/>
                <a:sym typeface="Consolas"/>
              </a:rPr>
              <a:t>page</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getByLabel</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"Password"</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fill</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"secret-password"</a:t>
            </a:r>
            <a:r>
              <a:rPr lang="nl" sz="1150">
                <a:solidFill>
                  <a:srgbClr val="393A34"/>
                </a:solidFill>
                <a:highlight>
                  <a:srgbClr val="F6F8FA"/>
                </a:highlight>
                <a:latin typeface="Consolas"/>
                <a:ea typeface="Consolas"/>
                <a:cs typeface="Consolas"/>
                <a:sym typeface="Consolas"/>
              </a:rPr>
              <a:t>);</a:t>
            </a:r>
            <a:endParaRPr sz="1150">
              <a:solidFill>
                <a:srgbClr val="393A34"/>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endParaRPr sz="1150">
              <a:solidFill>
                <a:srgbClr val="2E2E2C"/>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sz="1150">
                <a:solidFill>
                  <a:srgbClr val="2E2E2C"/>
                </a:solidFill>
                <a:highlight>
                  <a:srgbClr val="F6F8FA"/>
                </a:highlight>
                <a:latin typeface="Consolas"/>
                <a:ea typeface="Consolas"/>
                <a:cs typeface="Consolas"/>
                <a:sym typeface="Consolas"/>
              </a:rPr>
              <a:t>page</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getByRole</a:t>
            </a:r>
            <a:r>
              <a:rPr lang="nl" sz="1150">
                <a:solidFill>
                  <a:srgbClr val="393A34"/>
                </a:solidFill>
                <a:highlight>
                  <a:srgbClr val="F6F8FA"/>
                </a:highlight>
                <a:latin typeface="Consolas"/>
                <a:ea typeface="Consolas"/>
                <a:cs typeface="Consolas"/>
                <a:sym typeface="Consolas"/>
              </a:rPr>
              <a:t>(</a:t>
            </a:r>
            <a:r>
              <a:rPr lang="nl" sz="1150">
                <a:solidFill>
                  <a:srgbClr val="116329"/>
                </a:solidFill>
                <a:highlight>
                  <a:srgbClr val="F6F8FA"/>
                </a:highlight>
                <a:latin typeface="Consolas"/>
                <a:ea typeface="Consolas"/>
                <a:cs typeface="Consolas"/>
                <a:sym typeface="Consolas"/>
              </a:rPr>
              <a:t>AriaRole</a:t>
            </a:r>
            <a:r>
              <a:rPr lang="nl" sz="1150">
                <a:solidFill>
                  <a:srgbClr val="393A34"/>
                </a:solidFill>
                <a:highlight>
                  <a:srgbClr val="F6F8FA"/>
                </a:highlight>
                <a:latin typeface="Consolas"/>
                <a:ea typeface="Consolas"/>
                <a:cs typeface="Consolas"/>
                <a:sym typeface="Consolas"/>
              </a:rPr>
              <a:t>.</a:t>
            </a:r>
            <a:r>
              <a:rPr lang="nl" sz="1150">
                <a:solidFill>
                  <a:srgbClr val="257C7A"/>
                </a:solidFill>
                <a:highlight>
                  <a:srgbClr val="F6F8FA"/>
                </a:highlight>
                <a:latin typeface="Consolas"/>
                <a:ea typeface="Consolas"/>
                <a:cs typeface="Consolas"/>
                <a:sym typeface="Consolas"/>
              </a:rPr>
              <a:t>BUTTON</a:t>
            </a:r>
            <a:r>
              <a:rPr lang="nl" sz="1150">
                <a:solidFill>
                  <a:srgbClr val="393A34"/>
                </a:solidFill>
                <a:highlight>
                  <a:srgbClr val="F6F8FA"/>
                </a:highlight>
                <a:latin typeface="Consolas"/>
                <a:ea typeface="Consolas"/>
                <a:cs typeface="Consolas"/>
                <a:sym typeface="Consolas"/>
              </a:rPr>
              <a:t>,</a:t>
            </a:r>
            <a:r>
              <a:rPr lang="nl" sz="1150">
                <a:solidFill>
                  <a:srgbClr val="2E2E2C"/>
                </a:solidFill>
                <a:highlight>
                  <a:srgbClr val="F6F8FA"/>
                </a:highlight>
                <a:latin typeface="Consolas"/>
                <a:ea typeface="Consolas"/>
                <a:cs typeface="Consolas"/>
                <a:sym typeface="Consolas"/>
              </a:rPr>
              <a:t> </a:t>
            </a:r>
            <a:r>
              <a:rPr lang="nl" sz="1150">
                <a:solidFill>
                  <a:srgbClr val="CF222E"/>
                </a:solidFill>
                <a:highlight>
                  <a:srgbClr val="F6F8FA"/>
                </a:highlight>
                <a:latin typeface="Consolas"/>
                <a:ea typeface="Consolas"/>
                <a:cs typeface="Consolas"/>
                <a:sym typeface="Consolas"/>
              </a:rPr>
              <a:t>new</a:t>
            </a:r>
            <a:r>
              <a:rPr lang="nl" sz="1150">
                <a:solidFill>
                  <a:srgbClr val="2E2E2C"/>
                </a:solidFill>
                <a:highlight>
                  <a:srgbClr val="F6F8FA"/>
                </a:highlight>
                <a:latin typeface="Consolas"/>
                <a:ea typeface="Consolas"/>
                <a:cs typeface="Consolas"/>
                <a:sym typeface="Consolas"/>
              </a:rPr>
              <a:t> </a:t>
            </a:r>
            <a:r>
              <a:rPr lang="nl" sz="1150">
                <a:solidFill>
                  <a:srgbClr val="116329"/>
                </a:solidFill>
                <a:highlight>
                  <a:srgbClr val="F6F8FA"/>
                </a:highlight>
                <a:latin typeface="Consolas"/>
                <a:ea typeface="Consolas"/>
                <a:cs typeface="Consolas"/>
                <a:sym typeface="Consolas"/>
              </a:rPr>
              <a:t>Page</a:t>
            </a:r>
            <a:r>
              <a:rPr lang="nl" sz="1150">
                <a:solidFill>
                  <a:srgbClr val="393A34"/>
                </a:solidFill>
                <a:highlight>
                  <a:srgbClr val="F6F8FA"/>
                </a:highlight>
                <a:latin typeface="Consolas"/>
                <a:ea typeface="Consolas"/>
                <a:cs typeface="Consolas"/>
                <a:sym typeface="Consolas"/>
              </a:rPr>
              <a:t>.</a:t>
            </a:r>
            <a:r>
              <a:rPr lang="nl" sz="1150">
                <a:solidFill>
                  <a:srgbClr val="116329"/>
                </a:solidFill>
                <a:highlight>
                  <a:srgbClr val="F6F8FA"/>
                </a:highlight>
                <a:latin typeface="Consolas"/>
                <a:ea typeface="Consolas"/>
                <a:cs typeface="Consolas"/>
                <a:sym typeface="Consolas"/>
              </a:rPr>
              <a:t>GetByRoleOptions</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setName</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"Sign in"</a:t>
            </a:r>
            <a:r>
              <a:rPr lang="nl" sz="1150">
                <a:solidFill>
                  <a:srgbClr val="393A34"/>
                </a:solidFill>
                <a:highlight>
                  <a:srgbClr val="F6F8FA"/>
                </a:highlight>
                <a:latin typeface="Consolas"/>
                <a:ea typeface="Consolas"/>
                <a:cs typeface="Consolas"/>
                <a:sym typeface="Consolas"/>
              </a:rPr>
              <a:t>))</a:t>
            </a:r>
            <a:endParaRPr sz="1150">
              <a:solidFill>
                <a:srgbClr val="393A34"/>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r>
              <a:rPr lang="nl" sz="1150">
                <a:solidFill>
                  <a:srgbClr val="2E2E2C"/>
                </a:solidFill>
                <a:highlight>
                  <a:srgbClr val="F6F8FA"/>
                </a:highlight>
                <a:latin typeface="Consolas"/>
                <a:ea typeface="Consolas"/>
                <a:cs typeface="Consolas"/>
                <a:sym typeface="Consolas"/>
              </a:rPr>
              <a:t>   </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click</a:t>
            </a:r>
            <a:r>
              <a:rPr lang="nl" sz="1150">
                <a:solidFill>
                  <a:srgbClr val="393A34"/>
                </a:solidFill>
                <a:highlight>
                  <a:srgbClr val="F6F8FA"/>
                </a:highlight>
                <a:latin typeface="Consolas"/>
                <a:ea typeface="Consolas"/>
                <a:cs typeface="Consolas"/>
                <a:sym typeface="Consolas"/>
              </a:rPr>
              <a:t>();</a:t>
            </a:r>
            <a:endParaRPr sz="1150">
              <a:solidFill>
                <a:srgbClr val="393A34"/>
              </a:solidFill>
              <a:highlight>
                <a:srgbClr val="F6F8FA"/>
              </a:highlight>
              <a:latin typeface="Consolas"/>
              <a:ea typeface="Consolas"/>
              <a:cs typeface="Consolas"/>
              <a:sym typeface="Consolas"/>
            </a:endParaRPr>
          </a:p>
          <a:p>
            <a:pPr marL="0" lvl="0" indent="0" algn="l" rtl="0">
              <a:spcBef>
                <a:spcPts val="800"/>
              </a:spcBef>
              <a:spcAft>
                <a:spcPts val="0"/>
              </a:spcAft>
              <a:buClr>
                <a:schemeClr val="dk1"/>
              </a:buClr>
              <a:buSzPts val="1100"/>
              <a:buFont typeface="Arial"/>
              <a:buNone/>
            </a:pPr>
            <a:endParaRPr sz="1150">
              <a:solidFill>
                <a:srgbClr val="2E2E2C"/>
              </a:solidFill>
              <a:highlight>
                <a:srgbClr val="F6F8FA"/>
              </a:highlight>
              <a:latin typeface="Consolas"/>
              <a:ea typeface="Consolas"/>
              <a:cs typeface="Consolas"/>
              <a:sym typeface="Consolas"/>
            </a:endParaRPr>
          </a:p>
          <a:p>
            <a:pPr marL="0" lvl="0" indent="0" algn="l" rtl="0">
              <a:spcBef>
                <a:spcPts val="800"/>
              </a:spcBef>
              <a:spcAft>
                <a:spcPts val="0"/>
              </a:spcAft>
              <a:buNone/>
            </a:pPr>
            <a:r>
              <a:rPr lang="nl" sz="1150">
                <a:solidFill>
                  <a:srgbClr val="8250DF"/>
                </a:solidFill>
                <a:highlight>
                  <a:srgbClr val="F6F8FA"/>
                </a:highlight>
                <a:latin typeface="Consolas"/>
                <a:ea typeface="Consolas"/>
                <a:cs typeface="Consolas"/>
                <a:sym typeface="Consolas"/>
              </a:rPr>
              <a:t>assertThat</a:t>
            </a:r>
            <a:r>
              <a:rPr lang="nl" sz="1150">
                <a:solidFill>
                  <a:srgbClr val="393A34"/>
                </a:solidFill>
                <a:highlight>
                  <a:srgbClr val="F6F8FA"/>
                </a:highlight>
                <a:latin typeface="Consolas"/>
                <a:ea typeface="Consolas"/>
                <a:cs typeface="Consolas"/>
                <a:sym typeface="Consolas"/>
              </a:rPr>
              <a:t>(</a:t>
            </a:r>
            <a:r>
              <a:rPr lang="nl" sz="1150">
                <a:solidFill>
                  <a:srgbClr val="2E2E2C"/>
                </a:solidFill>
                <a:highlight>
                  <a:srgbClr val="F6F8FA"/>
                </a:highlight>
                <a:latin typeface="Consolas"/>
                <a:ea typeface="Consolas"/>
                <a:cs typeface="Consolas"/>
                <a:sym typeface="Consolas"/>
              </a:rPr>
              <a:t>page</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getByText</a:t>
            </a:r>
            <a:r>
              <a:rPr lang="nl" sz="1150">
                <a:solidFill>
                  <a:srgbClr val="393A34"/>
                </a:solidFill>
                <a:highlight>
                  <a:srgbClr val="F6F8FA"/>
                </a:highlight>
                <a:latin typeface="Consolas"/>
                <a:ea typeface="Consolas"/>
                <a:cs typeface="Consolas"/>
                <a:sym typeface="Consolas"/>
              </a:rPr>
              <a:t>(</a:t>
            </a:r>
            <a:r>
              <a:rPr lang="nl" sz="1150">
                <a:solidFill>
                  <a:srgbClr val="C6105F"/>
                </a:solidFill>
                <a:highlight>
                  <a:srgbClr val="F6F8FA"/>
                </a:highlight>
                <a:latin typeface="Consolas"/>
                <a:ea typeface="Consolas"/>
                <a:cs typeface="Consolas"/>
                <a:sym typeface="Consolas"/>
              </a:rPr>
              <a:t>"Welcome, John!"</a:t>
            </a:r>
            <a:r>
              <a:rPr lang="nl" sz="1150">
                <a:solidFill>
                  <a:srgbClr val="393A34"/>
                </a:solidFill>
                <a:highlight>
                  <a:srgbClr val="F6F8FA"/>
                </a:highlight>
                <a:latin typeface="Consolas"/>
                <a:ea typeface="Consolas"/>
                <a:cs typeface="Consolas"/>
                <a:sym typeface="Consolas"/>
              </a:rPr>
              <a:t>)).</a:t>
            </a:r>
            <a:r>
              <a:rPr lang="nl" sz="1150">
                <a:solidFill>
                  <a:srgbClr val="8250DF"/>
                </a:solidFill>
                <a:highlight>
                  <a:srgbClr val="F6F8FA"/>
                </a:highlight>
                <a:latin typeface="Consolas"/>
                <a:ea typeface="Consolas"/>
                <a:cs typeface="Consolas"/>
                <a:sym typeface="Consolas"/>
              </a:rPr>
              <a:t>isVisible</a:t>
            </a:r>
            <a:r>
              <a:rPr lang="nl" sz="1150">
                <a:solidFill>
                  <a:srgbClr val="393A34"/>
                </a:solidFill>
                <a:highlight>
                  <a:srgbClr val="F6F8FA"/>
                </a:highlight>
                <a:latin typeface="Consolas"/>
                <a:ea typeface="Consolas"/>
                <a:cs typeface="Consolas"/>
                <a:sym typeface="Consolas"/>
              </a:rPr>
              <a:t>();</a:t>
            </a:r>
            <a:endParaRPr/>
          </a:p>
        </p:txBody>
      </p:sp>
      <p:sp>
        <p:nvSpPr>
          <p:cNvPr id="214" name="Google Shape;214;p40"/>
          <p:cNvSpPr txBox="1"/>
          <p:nvPr/>
        </p:nvSpPr>
        <p:spPr>
          <a:xfrm>
            <a:off x="600875" y="3743725"/>
            <a:ext cx="4335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u="sng">
                <a:solidFill>
                  <a:schemeClr val="hlink"/>
                </a:solidFill>
                <a:hlinkClick r:id="rId3"/>
              </a:rPr>
              <a:t>https://playwright.dev/java/docs/locators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41"/>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Task 1</a:t>
            </a:r>
            <a:endParaRPr/>
          </a:p>
        </p:txBody>
      </p:sp>
      <p:sp>
        <p:nvSpPr>
          <p:cNvPr id="220" name="Google Shape;220;p41"/>
          <p:cNvSpPr txBox="1">
            <a:spLocks noGrp="1"/>
          </p:cNvSpPr>
          <p:nvPr>
            <p:ph type="body" idx="1"/>
          </p:nvPr>
        </p:nvSpPr>
        <p:spPr>
          <a:xfrm>
            <a:off x="628650" y="1369225"/>
            <a:ext cx="6480600" cy="2913900"/>
          </a:xfrm>
          <a:prstGeom prst="rect">
            <a:avLst/>
          </a:prstGeom>
        </p:spPr>
        <p:txBody>
          <a:bodyPr spcFirstLastPara="1" wrap="square" lIns="68575" tIns="34275" rIns="68575" bIns="34275" anchor="t" anchorCtr="0">
            <a:normAutofit/>
          </a:bodyPr>
          <a:lstStyle/>
          <a:p>
            <a:pPr marL="0" lvl="0" indent="0" algn="l" rtl="0">
              <a:lnSpc>
                <a:spcPct val="115000"/>
              </a:lnSpc>
              <a:spcBef>
                <a:spcPts val="0"/>
              </a:spcBef>
              <a:spcAft>
                <a:spcPts val="1200"/>
              </a:spcAft>
              <a:buClr>
                <a:schemeClr val="dk1"/>
              </a:buClr>
              <a:buSzPts val="1100"/>
              <a:buFont typeface="Arial"/>
              <a:buNone/>
            </a:pPr>
            <a:r>
              <a:rPr lang="nl" dirty="0"/>
              <a:t>Write a playwright test to navigate to the &lt;&lt;URL&gt;&gt; page, and print out the inner text of all the elements with the class event-name.</a:t>
            </a:r>
            <a:endParaRPr sz="2100" dirty="0"/>
          </a:p>
        </p:txBody>
      </p:sp>
      <p:pic>
        <p:nvPicPr>
          <p:cNvPr id="221" name="Google Shape;221;p41"/>
          <p:cNvPicPr preferRelativeResize="0"/>
          <p:nvPr/>
        </p:nvPicPr>
        <p:blipFill>
          <a:blip>
            <a:alphaModFix/>
          </a:blip>
          <a:stretch>
            <a:fillRect/>
          </a:stretch>
        </p:blipFill>
        <p:spPr>
          <a:xfrm>
            <a:off x="7272575" y="350244"/>
            <a:ext cx="1729950" cy="16281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42"/>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Actions</a:t>
            </a:r>
            <a:endParaRPr/>
          </a:p>
        </p:txBody>
      </p:sp>
      <p:sp>
        <p:nvSpPr>
          <p:cNvPr id="227" name="Google Shape;227;p42"/>
          <p:cNvSpPr txBox="1">
            <a:spLocks noGrp="1"/>
          </p:cNvSpPr>
          <p:nvPr>
            <p:ph type="body" idx="1"/>
          </p:nvPr>
        </p:nvSpPr>
        <p:spPr>
          <a:xfrm>
            <a:off x="628650" y="1081125"/>
            <a:ext cx="7886700" cy="3352500"/>
          </a:xfrm>
          <a:prstGeom prst="rect">
            <a:avLst/>
          </a:prstGeom>
        </p:spPr>
        <p:txBody>
          <a:bodyPr spcFirstLastPara="1" wrap="square" lIns="68575" tIns="34275" rIns="68575" bIns="34275" anchor="t" anchorCtr="0">
            <a:normAutofit/>
          </a:bodyPr>
          <a:lstStyle/>
          <a:p>
            <a:pPr marL="0" lvl="0" indent="0" algn="l" rtl="0">
              <a:lnSpc>
                <a:spcPct val="115000"/>
              </a:lnSpc>
              <a:spcBef>
                <a:spcPts val="0"/>
              </a:spcBef>
              <a:spcAft>
                <a:spcPts val="0"/>
              </a:spcAft>
              <a:buClr>
                <a:schemeClr val="dk1"/>
              </a:buClr>
              <a:buSzPts val="1100"/>
              <a:buFont typeface="Arial"/>
              <a:buNone/>
            </a:pPr>
            <a:r>
              <a:rPr lang="nl" sz="1600">
                <a:solidFill>
                  <a:srgbClr val="1C1E21"/>
                </a:solidFill>
              </a:rPr>
              <a:t>Playwright can interact with HTML Input elements such as text inputs, checkboxes, radio buttons, select options, mouse clicks, type characters, keys and shortcuts as well as upload files and focus elements.</a:t>
            </a:r>
            <a:endParaRPr sz="1900"/>
          </a:p>
          <a:p>
            <a:pPr marL="0" lvl="0" indent="0" algn="l" rtl="0">
              <a:lnSpc>
                <a:spcPct val="115000"/>
              </a:lnSpc>
              <a:spcBef>
                <a:spcPts val="1100"/>
              </a:spcBef>
              <a:spcAft>
                <a:spcPts val="0"/>
              </a:spcAft>
              <a:buClr>
                <a:schemeClr val="dk1"/>
              </a:buClr>
              <a:buSzPts val="1100"/>
              <a:buFont typeface="Arial"/>
              <a:buNone/>
            </a:pPr>
            <a:r>
              <a:rPr lang="nl" sz="1500">
                <a:latin typeface="Consolas"/>
                <a:ea typeface="Consolas"/>
                <a:cs typeface="Consolas"/>
                <a:sym typeface="Consolas"/>
              </a:rPr>
              <a:t>page.locator("a").first().click();</a:t>
            </a:r>
            <a:endParaRPr sz="1500">
              <a:latin typeface="Consolas"/>
              <a:ea typeface="Consolas"/>
              <a:cs typeface="Consolas"/>
              <a:sym typeface="Consolas"/>
            </a:endParaRPr>
          </a:p>
          <a:p>
            <a:pPr marL="0" lvl="0" indent="0" algn="l" rtl="0">
              <a:lnSpc>
                <a:spcPct val="115000"/>
              </a:lnSpc>
              <a:spcBef>
                <a:spcPts val="1200"/>
              </a:spcBef>
              <a:spcAft>
                <a:spcPts val="0"/>
              </a:spcAft>
              <a:buClr>
                <a:schemeClr val="dk1"/>
              </a:buClr>
              <a:buSzPts val="1100"/>
              <a:buFont typeface="Arial"/>
              <a:buNone/>
            </a:pPr>
            <a:r>
              <a:rPr lang="nl" sz="1500">
                <a:latin typeface="Consolas"/>
                <a:ea typeface="Consolas"/>
                <a:cs typeface="Consolas"/>
                <a:sym typeface="Consolas"/>
              </a:rPr>
              <a:t>page.getByLabel("Birth date").fill("2020-02-02");</a:t>
            </a:r>
            <a:endParaRPr sz="1500">
              <a:latin typeface="Consolas"/>
              <a:ea typeface="Consolas"/>
              <a:cs typeface="Consolas"/>
              <a:sym typeface="Consolas"/>
            </a:endParaRPr>
          </a:p>
          <a:p>
            <a:pPr marL="0" lvl="0" indent="0" algn="l" rtl="0">
              <a:lnSpc>
                <a:spcPct val="115000"/>
              </a:lnSpc>
              <a:spcBef>
                <a:spcPts val="1200"/>
              </a:spcBef>
              <a:spcAft>
                <a:spcPts val="0"/>
              </a:spcAft>
              <a:buClr>
                <a:schemeClr val="dk1"/>
              </a:buClr>
              <a:buSzPts val="1100"/>
              <a:buFont typeface="Arial"/>
              <a:buNone/>
            </a:pPr>
            <a:r>
              <a:rPr lang="nl" sz="1500">
                <a:latin typeface="Consolas"/>
                <a:ea typeface="Consolas"/>
                <a:cs typeface="Consolas"/>
                <a:sym typeface="Consolas"/>
              </a:rPr>
              <a:t>page.locator("input[type='checkbox']").check();</a:t>
            </a:r>
            <a:endParaRPr sz="1500">
              <a:latin typeface="Consolas"/>
              <a:ea typeface="Consolas"/>
              <a:cs typeface="Consolas"/>
              <a:sym typeface="Consolas"/>
            </a:endParaRPr>
          </a:p>
          <a:p>
            <a:pPr marL="0" marR="152400" lvl="0" indent="0" algn="l" rtl="0">
              <a:lnSpc>
                <a:spcPct val="150000"/>
              </a:lnSpc>
              <a:spcBef>
                <a:spcPts val="1200"/>
              </a:spcBef>
              <a:spcAft>
                <a:spcPts val="0"/>
              </a:spcAft>
              <a:buNone/>
            </a:pPr>
            <a:r>
              <a:rPr lang="nl" sz="1500">
                <a:latin typeface="Consolas"/>
                <a:ea typeface="Consolas"/>
                <a:cs typeface="Consolas"/>
                <a:sym typeface="Consolas"/>
              </a:rPr>
              <a:t>page.locator("select").selectOption("option-value");</a:t>
            </a:r>
            <a:endParaRPr sz="1500">
              <a:latin typeface="Consolas"/>
              <a:ea typeface="Consolas"/>
              <a:cs typeface="Consolas"/>
              <a:sym typeface="Consolas"/>
            </a:endParaRPr>
          </a:p>
          <a:p>
            <a:pPr marL="0" marR="152400" lvl="0" indent="0" algn="l" rtl="0">
              <a:lnSpc>
                <a:spcPct val="150000"/>
              </a:lnSpc>
              <a:spcBef>
                <a:spcPts val="1100"/>
              </a:spcBef>
              <a:spcAft>
                <a:spcPts val="1100"/>
              </a:spcAft>
              <a:buClr>
                <a:schemeClr val="dk1"/>
              </a:buClr>
              <a:buSzPts val="1100"/>
              <a:buFont typeface="Arial"/>
              <a:buNone/>
            </a:pPr>
            <a:r>
              <a:rPr lang="nl" sz="1500" u="sng">
                <a:solidFill>
                  <a:schemeClr val="hlink"/>
                </a:solidFill>
                <a:latin typeface="Consolas"/>
                <a:ea typeface="Consolas"/>
                <a:cs typeface="Consolas"/>
                <a:sym typeface="Consolas"/>
                <a:hlinkClick r:id="rId3"/>
              </a:rPr>
              <a:t>https://playwright.dev/java/docs/input</a:t>
            </a:r>
            <a:endParaRPr sz="1500">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3"/>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LocatorAssertions</a:t>
            </a:r>
            <a:endParaRPr/>
          </a:p>
        </p:txBody>
      </p:sp>
      <p:sp>
        <p:nvSpPr>
          <p:cNvPr id="233" name="Google Shape;233;p43"/>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fontScale="92500" lnSpcReduction="20000"/>
          </a:bodyPr>
          <a:lstStyle/>
          <a:p>
            <a:pPr marL="0" lvl="0" indent="0" algn="l" rtl="0">
              <a:lnSpc>
                <a:spcPct val="115000"/>
              </a:lnSpc>
              <a:spcBef>
                <a:spcPts val="0"/>
              </a:spcBef>
              <a:spcAft>
                <a:spcPts val="0"/>
              </a:spcAft>
              <a:buClr>
                <a:schemeClr val="dk1"/>
              </a:buClr>
              <a:buSzPct val="64094"/>
              <a:buFont typeface="Arial"/>
              <a:buNone/>
            </a:pPr>
            <a:r>
              <a:rPr lang="nl" sz="1716">
                <a:solidFill>
                  <a:srgbClr val="1C1E21"/>
                </a:solidFill>
              </a:rPr>
              <a:t>The </a:t>
            </a:r>
            <a:r>
              <a:rPr lang="nl" sz="1716" u="sng">
                <a:solidFill>
                  <a:schemeClr val="hlink"/>
                </a:solidFill>
                <a:hlinkClick r:id="rId3"/>
              </a:rPr>
              <a:t>LocatorAssertions</a:t>
            </a:r>
            <a:r>
              <a:rPr lang="nl" sz="1716">
                <a:solidFill>
                  <a:srgbClr val="1C1E21"/>
                </a:solidFill>
              </a:rPr>
              <a:t> class provides assertion methods that can be used to make assertions about the </a:t>
            </a:r>
            <a:r>
              <a:rPr lang="nl" sz="1716" u="sng">
                <a:solidFill>
                  <a:schemeClr val="hlink"/>
                </a:solidFill>
                <a:hlinkClick r:id="rId4"/>
              </a:rPr>
              <a:t>Locator</a:t>
            </a:r>
            <a:r>
              <a:rPr lang="nl" sz="1716">
                <a:solidFill>
                  <a:srgbClr val="1C1E21"/>
                </a:solidFill>
              </a:rPr>
              <a:t> state in the tests.</a:t>
            </a:r>
            <a:endParaRPr sz="1716">
              <a:solidFill>
                <a:srgbClr val="1C1E21"/>
              </a:solidFill>
            </a:endParaRPr>
          </a:p>
          <a:p>
            <a:pPr marL="0" lvl="0" indent="0" algn="l" rtl="0">
              <a:spcBef>
                <a:spcPts val="800"/>
              </a:spcBef>
              <a:spcAft>
                <a:spcPts val="0"/>
              </a:spcAft>
              <a:buNone/>
            </a:pPr>
            <a:endParaRPr sz="1600">
              <a:solidFill>
                <a:srgbClr val="1C1E21"/>
              </a:solidFill>
            </a:endParaRPr>
          </a:p>
          <a:p>
            <a:pPr marL="0" lvl="0" indent="0" algn="l" rtl="0">
              <a:spcBef>
                <a:spcPts val="800"/>
              </a:spcBef>
              <a:spcAft>
                <a:spcPts val="0"/>
              </a:spcAft>
              <a:buNone/>
            </a:pPr>
            <a:endParaRPr sz="1200">
              <a:solidFill>
                <a:srgbClr val="1C1E21"/>
              </a:solidFill>
              <a:latin typeface="Roboto"/>
              <a:ea typeface="Roboto"/>
              <a:cs typeface="Roboto"/>
              <a:sym typeface="Roboto"/>
            </a:endParaRPr>
          </a:p>
          <a:p>
            <a:pPr marL="0" marR="0" lvl="0" indent="0" algn="l" rtl="0">
              <a:lnSpc>
                <a:spcPct val="115000"/>
              </a:lnSpc>
              <a:spcBef>
                <a:spcPts val="0"/>
              </a:spcBef>
              <a:spcAft>
                <a:spcPts val="0"/>
              </a:spcAft>
              <a:buNone/>
            </a:pPr>
            <a:r>
              <a:rPr lang="nl" sz="1500">
                <a:latin typeface="Consolas"/>
                <a:ea typeface="Consolas"/>
                <a:cs typeface="Consolas"/>
                <a:sym typeface="Consolas"/>
              </a:rPr>
              <a:t>assertThat(page.title()).isEqualTo("Home");</a:t>
            </a:r>
            <a:endParaRPr sz="1500">
              <a:latin typeface="Consolas"/>
              <a:ea typeface="Consolas"/>
              <a:cs typeface="Consolas"/>
              <a:sym typeface="Consolas"/>
            </a:endParaRPr>
          </a:p>
          <a:p>
            <a:pPr marL="0" marR="0" lvl="0" indent="0" algn="l" rtl="0">
              <a:lnSpc>
                <a:spcPct val="115000"/>
              </a:lnSpc>
              <a:spcBef>
                <a:spcPts val="1200"/>
              </a:spcBef>
              <a:spcAft>
                <a:spcPts val="0"/>
              </a:spcAft>
              <a:buNone/>
            </a:pPr>
            <a:r>
              <a:rPr lang="nl" sz="1500">
                <a:latin typeface="Consolas"/>
                <a:ea typeface="Consolas"/>
                <a:cs typeface="Consolas"/>
                <a:sym typeface="Consolas"/>
              </a:rPr>
              <a:t>assertThat(page.locator(".some-class").first()).isVisible();</a:t>
            </a:r>
            <a:endParaRPr sz="1500">
              <a:latin typeface="Consolas"/>
              <a:ea typeface="Consolas"/>
              <a:cs typeface="Consolas"/>
              <a:sym typeface="Consolas"/>
            </a:endParaRPr>
          </a:p>
          <a:p>
            <a:pPr marL="0" marR="0" lvl="0" indent="0" algn="l" rtl="0">
              <a:lnSpc>
                <a:spcPct val="115000"/>
              </a:lnSpc>
              <a:spcBef>
                <a:spcPts val="1200"/>
              </a:spcBef>
              <a:spcAft>
                <a:spcPts val="0"/>
              </a:spcAft>
              <a:buNone/>
            </a:pPr>
            <a:r>
              <a:rPr lang="nl" sz="1500">
                <a:latin typeface="Consolas"/>
                <a:ea typeface="Consolas"/>
                <a:cs typeface="Consolas"/>
                <a:sym typeface="Consolas"/>
              </a:rPr>
              <a:t>assertThat(page.locator("p").first()).hasCSS("font-size", "16px");</a:t>
            </a:r>
            <a:endParaRPr sz="1200">
              <a:solidFill>
                <a:srgbClr val="1C1E21"/>
              </a:solidFill>
              <a:latin typeface="Roboto"/>
              <a:ea typeface="Roboto"/>
              <a:cs typeface="Roboto"/>
              <a:sym typeface="Roboto"/>
            </a:endParaRPr>
          </a:p>
          <a:p>
            <a:pPr marL="0" lvl="0" indent="0" algn="l" rtl="0">
              <a:spcBef>
                <a:spcPts val="1200"/>
              </a:spcBef>
              <a:spcAft>
                <a:spcPts val="0"/>
              </a:spcAft>
              <a:buNone/>
            </a:pPr>
            <a:endParaRPr sz="1200">
              <a:solidFill>
                <a:srgbClr val="1C1E21"/>
              </a:solidFill>
              <a:latin typeface="Roboto"/>
              <a:ea typeface="Roboto"/>
              <a:cs typeface="Roboto"/>
              <a:sym typeface="Roboto"/>
            </a:endParaRPr>
          </a:p>
          <a:p>
            <a:pPr marL="0" lvl="0" indent="0" algn="l" rtl="0">
              <a:spcBef>
                <a:spcPts val="800"/>
              </a:spcBef>
              <a:spcAft>
                <a:spcPts val="0"/>
              </a:spcAft>
              <a:buNone/>
            </a:pPr>
            <a:r>
              <a:rPr lang="nl" sz="1200" u="sng">
                <a:solidFill>
                  <a:schemeClr val="hlink"/>
                </a:solidFill>
                <a:latin typeface="Roboto"/>
                <a:ea typeface="Roboto"/>
                <a:cs typeface="Roboto"/>
                <a:sym typeface="Roboto"/>
                <a:hlinkClick r:id="rId5"/>
              </a:rPr>
              <a:t>https://playwright.dev/java/docs/test-assertions</a:t>
            </a:r>
            <a:endParaRPr sz="1200">
              <a:solidFill>
                <a:srgbClr val="1C1E21"/>
              </a:solidFill>
              <a:latin typeface="Roboto"/>
              <a:ea typeface="Roboto"/>
              <a:cs typeface="Roboto"/>
              <a:sym typeface="Roboto"/>
            </a:endParaRPr>
          </a:p>
          <a:p>
            <a:pPr marL="0" lvl="0" indent="0" algn="l" rtl="0">
              <a:spcBef>
                <a:spcPts val="800"/>
              </a:spcBef>
              <a:spcAft>
                <a:spcPts val="0"/>
              </a:spcAft>
              <a:buNone/>
            </a:pPr>
            <a:r>
              <a:rPr lang="nl" sz="1200" u="sng">
                <a:solidFill>
                  <a:schemeClr val="hlink"/>
                </a:solidFill>
                <a:latin typeface="Roboto"/>
                <a:ea typeface="Roboto"/>
                <a:cs typeface="Roboto"/>
                <a:sym typeface="Roboto"/>
                <a:hlinkClick r:id="rId3"/>
              </a:rPr>
              <a:t>https://playwright.dev/java/docs/api/class-locatorassertions</a:t>
            </a:r>
            <a:endParaRPr sz="1200">
              <a:solidFill>
                <a:srgbClr val="1C1E21"/>
              </a:solidFill>
              <a:latin typeface="Roboto"/>
              <a:ea typeface="Roboto"/>
              <a:cs typeface="Roboto"/>
              <a:sym typeface="Roboto"/>
            </a:endParaRPr>
          </a:p>
          <a:p>
            <a:pPr marL="0" lvl="0" indent="0" algn="l" rtl="0">
              <a:spcBef>
                <a:spcPts val="800"/>
              </a:spcBef>
              <a:spcAft>
                <a:spcPts val="0"/>
              </a:spcAft>
              <a:buNone/>
            </a:pPr>
            <a:r>
              <a:rPr lang="nl" sz="1200">
                <a:solidFill>
                  <a:srgbClr val="1C1E21"/>
                </a:solidFill>
                <a:latin typeface="Roboto"/>
                <a:ea typeface="Roboto"/>
                <a:cs typeface="Roboto"/>
                <a:sym typeface="Roboto"/>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Auto-waiting and retrying assertions</a:t>
            </a:r>
            <a:endParaRPr/>
          </a:p>
        </p:txBody>
      </p:sp>
      <p:sp>
        <p:nvSpPr>
          <p:cNvPr id="200" name="Google Shape;200;p3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457200" lvl="0" indent="-310833" algn="l" rtl="0">
              <a:lnSpc>
                <a:spcPct val="115000"/>
              </a:lnSpc>
              <a:spcBef>
                <a:spcPts val="800"/>
              </a:spcBef>
              <a:spcAft>
                <a:spcPts val="0"/>
              </a:spcAft>
              <a:buSzPct val="77778"/>
              <a:buChar char="-"/>
            </a:pPr>
            <a:r>
              <a:rPr lang="en-US"/>
              <a:t>Before every action Playwright checks the element is attached, visible, stable and enabled.</a:t>
            </a:r>
            <a:endParaRPr/>
          </a:p>
          <a:p>
            <a:pPr marL="457200" lvl="0" indent="-310833" algn="l" rtl="0">
              <a:lnSpc>
                <a:spcPct val="115000"/>
              </a:lnSpc>
              <a:spcBef>
                <a:spcPts val="0"/>
              </a:spcBef>
              <a:spcAft>
                <a:spcPts val="0"/>
              </a:spcAft>
              <a:buSzPct val="77778"/>
              <a:buChar char="-"/>
            </a:pPr>
            <a:r>
              <a:rPr lang="en-US" b="1"/>
              <a:t>assertThat(locator)</a:t>
            </a:r>
            <a:r>
              <a:rPr lang="en-US"/>
              <a:t> retries until it passes or times out (default 5 seconds).</a:t>
            </a:r>
            <a:endParaRPr/>
          </a:p>
          <a:p>
            <a:pPr marL="457200" lvl="0" indent="-310833" algn="l" rtl="0">
              <a:lnSpc>
                <a:spcPct val="115000"/>
              </a:lnSpc>
              <a:spcBef>
                <a:spcPts val="0"/>
              </a:spcBef>
              <a:spcAft>
                <a:spcPts val="0"/>
              </a:spcAft>
              <a:buSzPct val="77778"/>
              <a:buChar char="-"/>
            </a:pPr>
            <a:r>
              <a:rPr lang="en-US" b="1"/>
              <a:t>Plain JUnit assertions do not retry: </a:t>
            </a:r>
            <a:r>
              <a:rPr lang="en-US"/>
              <a:t>assertEquals(1, locator.count()) can fail for an element that shows up 100 ms later.</a:t>
            </a:r>
            <a:endParaRPr/>
          </a:p>
          <a:p>
            <a:pPr marL="457200" lvl="0" indent="-310833" algn="l" rtl="0">
              <a:lnSpc>
                <a:spcPct val="115000"/>
              </a:lnSpc>
              <a:spcBef>
                <a:spcPts val="0"/>
              </a:spcBef>
              <a:spcAft>
                <a:spcPts val="0"/>
              </a:spcAft>
              <a:buSzPct val="77778"/>
              <a:buChar char="-"/>
            </a:pPr>
            <a:r>
              <a:rPr lang="en-US"/>
              <a:t>Prefer </a:t>
            </a:r>
            <a:r>
              <a:rPr lang="en-US" b="1"/>
              <a:t>assertThat(...)</a:t>
            </a:r>
            <a:r>
              <a:rPr lang="en-US"/>
              <a:t> over reading a value and asserting it yourself.</a:t>
            </a:r>
            <a:endParaRPr/>
          </a:p>
          <a:p>
            <a:pPr marL="457200" lvl="0" indent="-310833" algn="l" rtl="0">
              <a:lnSpc>
                <a:spcPct val="115000"/>
              </a:lnSpc>
              <a:spcBef>
                <a:spcPts val="0"/>
              </a:spcBef>
              <a:spcAft>
                <a:spcPts val="0"/>
              </a:spcAft>
              <a:buSzPct val="77778"/>
              <a:buChar char="-"/>
            </a:pPr>
            <a:r>
              <a:rPr lang="en-US"/>
              <a:t>Avoid </a:t>
            </a:r>
            <a:r>
              <a:rPr lang="en-US" b="1"/>
              <a:t>Thread.sleep</a:t>
            </a:r>
            <a:r>
              <a:rPr lang="en-US"/>
              <a:t> and </a:t>
            </a:r>
            <a:r>
              <a:rPr lang="en-US" b="1"/>
              <a:t>page.waitForTimeout</a:t>
            </a:r>
            <a:r>
              <a:rPr lang="en-US"/>
              <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4"/>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Taking screenshots</a:t>
            </a:r>
            <a:endParaRPr/>
          </a:p>
        </p:txBody>
      </p:sp>
      <p:sp>
        <p:nvSpPr>
          <p:cNvPr id="239" name="Google Shape;239;p44"/>
          <p:cNvSpPr txBox="1">
            <a:spLocks noGrp="1"/>
          </p:cNvSpPr>
          <p:nvPr>
            <p:ph type="body" idx="1"/>
          </p:nvPr>
        </p:nvSpPr>
        <p:spPr>
          <a:xfrm>
            <a:off x="628650" y="1369225"/>
            <a:ext cx="8382300" cy="2913900"/>
          </a:xfrm>
          <a:prstGeom prst="rect">
            <a:avLst/>
          </a:prstGeom>
        </p:spPr>
        <p:txBody>
          <a:bodyPr spcFirstLastPara="1" wrap="square" lIns="68575" tIns="34275" rIns="68575" bIns="34275" anchor="t" anchorCtr="0">
            <a:normAutofit/>
          </a:bodyPr>
          <a:lstStyle/>
          <a:p>
            <a:pPr marL="0" lvl="0" indent="0" algn="l" rtl="0">
              <a:lnSpc>
                <a:spcPct val="115000"/>
              </a:lnSpc>
              <a:spcBef>
                <a:spcPts val="0"/>
              </a:spcBef>
              <a:spcAft>
                <a:spcPts val="0"/>
              </a:spcAft>
              <a:buClr>
                <a:schemeClr val="dk1"/>
              </a:buClr>
              <a:buSzPts val="1100"/>
              <a:buFont typeface="Arial"/>
              <a:buNone/>
            </a:pPr>
            <a:r>
              <a:rPr lang="nl" sz="1600">
                <a:solidFill>
                  <a:srgbClr val="1C1E21"/>
                </a:solidFill>
              </a:rPr>
              <a:t>When writing tests, you might want to take screenshots of the page at different points in the test.</a:t>
            </a:r>
            <a:endParaRPr sz="1600">
              <a:solidFill>
                <a:srgbClr val="1C1E21"/>
              </a:solidFill>
            </a:endParaRPr>
          </a:p>
          <a:p>
            <a:pPr marL="0" lvl="0" indent="0" algn="l" rtl="0">
              <a:lnSpc>
                <a:spcPct val="115000"/>
              </a:lnSpc>
              <a:spcBef>
                <a:spcPts val="1100"/>
              </a:spcBef>
              <a:spcAft>
                <a:spcPts val="0"/>
              </a:spcAft>
              <a:buClr>
                <a:schemeClr val="dk1"/>
              </a:buClr>
              <a:buSzPts val="1100"/>
              <a:buFont typeface="Arial"/>
              <a:buNone/>
            </a:pPr>
            <a:r>
              <a:rPr lang="nl" sz="1600">
                <a:solidFill>
                  <a:srgbClr val="1C1E21"/>
                </a:solidFill>
              </a:rPr>
              <a:t>This can be useful for debugging, or to visually verify that the page looks as expected. This is especially useful when running end-to-end tests in a CI/CD pipeline, to ensure that a webpage looks as expected.</a:t>
            </a:r>
            <a:endParaRPr sz="1600">
              <a:solidFill>
                <a:srgbClr val="1C1E21"/>
              </a:solidFill>
            </a:endParaRPr>
          </a:p>
          <a:p>
            <a:pPr marL="0" lvl="0" indent="0" algn="l" rtl="0">
              <a:lnSpc>
                <a:spcPct val="115000"/>
              </a:lnSpc>
              <a:spcBef>
                <a:spcPts val="1100"/>
              </a:spcBef>
              <a:spcAft>
                <a:spcPts val="0"/>
              </a:spcAft>
              <a:buClr>
                <a:schemeClr val="dk1"/>
              </a:buClr>
              <a:buSzPts val="1100"/>
              <a:buFont typeface="Arial"/>
              <a:buNone/>
            </a:pPr>
            <a:r>
              <a:rPr lang="nl" sz="1600">
                <a:solidFill>
                  <a:srgbClr val="1C1E21"/>
                </a:solidFill>
              </a:rPr>
              <a:t>Playwright allows you to take screenshots of the page, elements, or the browser window.</a:t>
            </a:r>
            <a:endParaRPr sz="1600">
              <a:solidFill>
                <a:srgbClr val="1C1E21"/>
              </a:solidFill>
            </a:endParaRPr>
          </a:p>
          <a:p>
            <a:pPr marL="0" marR="152400" lvl="0" indent="0" algn="l" rtl="0">
              <a:lnSpc>
                <a:spcPct val="150000"/>
              </a:lnSpc>
              <a:spcBef>
                <a:spcPts val="1100"/>
              </a:spcBef>
              <a:spcAft>
                <a:spcPts val="0"/>
              </a:spcAft>
              <a:buNone/>
            </a:pPr>
            <a:endParaRPr sz="1600">
              <a:solidFill>
                <a:srgbClr val="1C1E21"/>
              </a:solidFill>
              <a:latin typeface="Consolas"/>
              <a:ea typeface="Consolas"/>
              <a:cs typeface="Consolas"/>
              <a:sym typeface="Consolas"/>
            </a:endParaRPr>
          </a:p>
          <a:p>
            <a:pPr marL="0" marR="152400" lvl="0" indent="0" algn="l" rtl="0">
              <a:lnSpc>
                <a:spcPct val="150000"/>
              </a:lnSpc>
              <a:spcBef>
                <a:spcPts val="0"/>
              </a:spcBef>
              <a:spcAft>
                <a:spcPts val="0"/>
              </a:spcAft>
              <a:buClr>
                <a:schemeClr val="dk1"/>
              </a:buClr>
              <a:buSzPts val="1100"/>
              <a:buFont typeface="Arial"/>
              <a:buNone/>
            </a:pPr>
            <a:r>
              <a:rPr lang="nl" sz="1600">
                <a:solidFill>
                  <a:srgbClr val="1C1E21"/>
                </a:solidFill>
                <a:latin typeface="Consolas"/>
                <a:ea typeface="Consolas"/>
                <a:cs typeface="Consolas"/>
                <a:sym typeface="Consolas"/>
              </a:rPr>
              <a:t>page.screenshot(new Page.ScreenshotOptions().setPath("screenshot.png"));</a:t>
            </a:r>
            <a:endParaRPr sz="1600">
              <a:solidFill>
                <a:srgbClr val="1C1E21"/>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5"/>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Test class layout</a:t>
            </a:r>
            <a:endParaRPr/>
          </a:p>
        </p:txBody>
      </p:sp>
      <p:pic>
        <p:nvPicPr>
          <p:cNvPr id="245" name="Google Shape;245;p45"/>
          <p:cNvPicPr preferRelativeResize="0"/>
          <p:nvPr/>
        </p:nvPicPr>
        <p:blipFill>
          <a:blip>
            <a:alphaModFix/>
          </a:blip>
          <a:stretch>
            <a:fillRect/>
          </a:stretch>
        </p:blipFill>
        <p:spPr>
          <a:xfrm>
            <a:off x="1347373" y="1066500"/>
            <a:ext cx="5914328" cy="387545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6"/>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Generating tests</a:t>
            </a:r>
            <a:endParaRPr/>
          </a:p>
        </p:txBody>
      </p:sp>
      <p:sp>
        <p:nvSpPr>
          <p:cNvPr id="251" name="Google Shape;251;p46"/>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nl">
                <a:solidFill>
                  <a:srgbClr val="1C1E21"/>
                </a:solidFill>
              </a:rPr>
              <a:t>Playwright comes with the ability to generate tests out of the box and is a great way to quickly get started with testing. </a:t>
            </a:r>
            <a:endParaRPr>
              <a:solidFill>
                <a:srgbClr val="1C1E21"/>
              </a:solidFill>
            </a:endParaRPr>
          </a:p>
          <a:p>
            <a:pPr marL="0" lvl="0" indent="0" algn="l" rtl="0">
              <a:spcBef>
                <a:spcPts val="800"/>
              </a:spcBef>
              <a:spcAft>
                <a:spcPts val="0"/>
              </a:spcAft>
              <a:buNone/>
            </a:pPr>
            <a:r>
              <a:rPr lang="nl">
                <a:solidFill>
                  <a:srgbClr val="1C1E21"/>
                </a:solidFill>
              </a:rPr>
              <a:t>It will open two windows, a browser window where you interact with the website you wish to test and the Playwright Inspector window where you can record your tests, copy the tests, clear your tests as well as change the language of your tests.</a:t>
            </a:r>
            <a:endParaRPr>
              <a:solidFill>
                <a:srgbClr val="1C1E21"/>
              </a:solidFill>
            </a:endParaRPr>
          </a:p>
          <a:p>
            <a:pPr marL="0" lvl="0" indent="0" algn="l" rtl="0">
              <a:spcBef>
                <a:spcPts val="800"/>
              </a:spcBef>
              <a:spcAft>
                <a:spcPts val="0"/>
              </a:spcAft>
              <a:buNone/>
            </a:pPr>
            <a:endParaRPr sz="1200">
              <a:solidFill>
                <a:srgbClr val="1C1E21"/>
              </a:solidFill>
              <a:latin typeface="Roboto"/>
              <a:ea typeface="Roboto"/>
              <a:cs typeface="Roboto"/>
              <a:sym typeface="Roboto"/>
            </a:endParaRPr>
          </a:p>
          <a:p>
            <a:pPr marL="0" lvl="0" indent="0" algn="l" rtl="0">
              <a:spcBef>
                <a:spcPts val="800"/>
              </a:spcBef>
              <a:spcAft>
                <a:spcPts val="0"/>
              </a:spcAft>
              <a:buNone/>
            </a:pPr>
            <a:endParaRPr sz="1200">
              <a:solidFill>
                <a:srgbClr val="1C1E21"/>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Debugging: inspector and trace viewer</a:t>
            </a:r>
            <a:endParaRPr/>
          </a:p>
        </p:txBody>
      </p:sp>
      <p:sp>
        <p:nvSpPr>
          <p:cNvPr id="200" name="Google Shape;200;p38"/>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lnSpcReduction="10000"/>
          </a:bodyPr>
          <a:lstStyle/>
          <a:p>
            <a:pPr marL="457200" lvl="0" indent="-310833" algn="l" rtl="0">
              <a:lnSpc>
                <a:spcPct val="115000"/>
              </a:lnSpc>
              <a:spcBef>
                <a:spcPts val="800"/>
              </a:spcBef>
              <a:spcAft>
                <a:spcPts val="0"/>
              </a:spcAft>
              <a:buSzPct val="77778"/>
              <a:buChar char="-"/>
            </a:pPr>
            <a:r>
              <a:rPr lang="en-US" b="1"/>
              <a:t>Inspector: </a:t>
            </a:r>
            <a:r>
              <a:rPr lang="en-US"/>
              <a:t>run with PWDEBUG=1, or add page.pause() to a test.</a:t>
            </a:r>
            <a:endParaRPr/>
          </a:p>
          <a:p>
            <a:pPr marL="457200" lvl="0" indent="-310833" algn="l" rtl="0">
              <a:lnSpc>
                <a:spcPct val="115000"/>
              </a:lnSpc>
              <a:spcBef>
                <a:spcPts val="0"/>
              </a:spcBef>
              <a:spcAft>
                <a:spcPts val="0"/>
              </a:spcAft>
              <a:buSzPct val="77778"/>
              <a:buChar char="-"/>
            </a:pPr>
            <a:r>
              <a:rPr lang="en-US" b="1"/>
              <a:t>Trace viewer: </a:t>
            </a:r>
            <a:r>
              <a:rPr lang="en-US"/>
              <a:t>record a trace and replay every step with DOM snapshot, network and console.</a:t>
            </a:r>
            <a:endParaRPr/>
          </a:p>
          <a:p>
            <a:pPr marL="914400" lvl="1" indent="-310832" algn="l" rtl="0">
              <a:lnSpc>
                <a:spcPct val="115000"/>
              </a:lnSpc>
              <a:spcBef>
                <a:spcPts val="0"/>
              </a:spcBef>
              <a:spcAft>
                <a:spcPts val="0"/>
              </a:spcAft>
              <a:buSzPct val="77778"/>
              <a:buChar char="-"/>
            </a:pPr>
            <a:r>
              <a:rPr lang="en-US"/>
              <a:t>context.tracing().start(new Tracing.StartOptions().setScreenshots(true).setSnapshots(true));</a:t>
            </a:r>
            <a:endParaRPr/>
          </a:p>
          <a:p>
            <a:pPr marL="914400" lvl="1" indent="-310832" algn="l" rtl="0">
              <a:lnSpc>
                <a:spcPct val="115000"/>
              </a:lnSpc>
              <a:spcBef>
                <a:spcPts val="0"/>
              </a:spcBef>
              <a:spcAft>
                <a:spcPts val="0"/>
              </a:spcAft>
              <a:buSzPct val="77778"/>
              <a:buChar char="-"/>
            </a:pPr>
            <a:r>
              <a:rPr lang="en-US"/>
              <a:t>context.tracing().stop(new Tracing.StopOptions().setPath(Paths.get("trace.zip")));</a:t>
            </a:r>
            <a:endParaRPr/>
          </a:p>
          <a:p>
            <a:pPr marL="914400" lvl="1" indent="-310832" algn="l" rtl="0">
              <a:lnSpc>
                <a:spcPct val="115000"/>
              </a:lnSpc>
              <a:spcBef>
                <a:spcPts val="0"/>
              </a:spcBef>
              <a:spcAft>
                <a:spcPts val="0"/>
              </a:spcAft>
              <a:buSzPct val="77778"/>
              <a:buChar char="-"/>
            </a:pPr>
            <a:r>
              <a:rPr lang="en-US"/>
              <a:t>mvn exec:java -e -D exec.mainClass=com.microsoft.playwright.CLI -D exec.args="show-trace trace.zip"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Task 2</a:t>
            </a:r>
            <a:endParaRPr/>
          </a:p>
        </p:txBody>
      </p:sp>
      <p:sp>
        <p:nvSpPr>
          <p:cNvPr id="257" name="Google Shape;257;p47"/>
          <p:cNvSpPr txBox="1">
            <a:spLocks noGrp="1"/>
          </p:cNvSpPr>
          <p:nvPr>
            <p:ph type="body" idx="1"/>
          </p:nvPr>
        </p:nvSpPr>
        <p:spPr>
          <a:xfrm>
            <a:off x="628650" y="1369225"/>
            <a:ext cx="6480600" cy="29139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AutoNum type="arabicPeriod"/>
            </a:pPr>
            <a:r>
              <a:rPr lang="nl" dirty="0"/>
              <a:t>Write a playwright test to navigate to the &lt;&lt;URL&gt;&gt; page, </a:t>
            </a:r>
            <a:endParaRPr dirty="0"/>
          </a:p>
          <a:p>
            <a:pPr marL="457200" lvl="0" indent="-317500" algn="l" rtl="0">
              <a:lnSpc>
                <a:spcPct val="115000"/>
              </a:lnSpc>
              <a:spcBef>
                <a:spcPts val="0"/>
              </a:spcBef>
              <a:spcAft>
                <a:spcPts val="0"/>
              </a:spcAft>
              <a:buSzPts val="1400"/>
              <a:buAutoNum type="arabicPeriod"/>
            </a:pPr>
            <a:r>
              <a:rPr lang="nl" dirty="0"/>
              <a:t>Fill in the text “moon” in the filter field and click “Filter”</a:t>
            </a:r>
            <a:endParaRPr dirty="0"/>
          </a:p>
          <a:p>
            <a:pPr marL="457200" lvl="0" indent="-317500" algn="l" rtl="0">
              <a:lnSpc>
                <a:spcPct val="115000"/>
              </a:lnSpc>
              <a:spcBef>
                <a:spcPts val="0"/>
              </a:spcBef>
              <a:spcAft>
                <a:spcPts val="0"/>
              </a:spcAft>
              <a:buSzPts val="1400"/>
              <a:buAutoNum type="arabicPeriod"/>
            </a:pPr>
            <a:r>
              <a:rPr lang="nl" dirty="0"/>
              <a:t>Verify there is only one event in the event-list.</a:t>
            </a:r>
            <a:endParaRPr dirty="0"/>
          </a:p>
        </p:txBody>
      </p:sp>
      <p:pic>
        <p:nvPicPr>
          <p:cNvPr id="258" name="Google Shape;258;p47"/>
          <p:cNvPicPr preferRelativeResize="0"/>
          <p:nvPr/>
        </p:nvPicPr>
        <p:blipFill>
          <a:blip>
            <a:alphaModFix/>
          </a:blip>
          <a:stretch>
            <a:fillRect/>
          </a:stretch>
        </p:blipFill>
        <p:spPr>
          <a:xfrm>
            <a:off x="7272575" y="350244"/>
            <a:ext cx="1729950" cy="162818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8"/>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Task 3</a:t>
            </a:r>
            <a:endParaRPr/>
          </a:p>
        </p:txBody>
      </p:sp>
      <p:sp>
        <p:nvSpPr>
          <p:cNvPr id="264" name="Google Shape;264;p48"/>
          <p:cNvSpPr txBox="1">
            <a:spLocks noGrp="1"/>
          </p:cNvSpPr>
          <p:nvPr>
            <p:ph type="body" idx="1"/>
          </p:nvPr>
        </p:nvSpPr>
        <p:spPr>
          <a:xfrm>
            <a:off x="628650" y="1369225"/>
            <a:ext cx="6480600" cy="29139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AutoNum type="arabicPeriod"/>
            </a:pPr>
            <a:r>
              <a:rPr lang="nl" dirty="0"/>
              <a:t>Write a playwright test to navigate to the &lt;&lt;URL&gt;&gt; page, </a:t>
            </a:r>
            <a:endParaRPr dirty="0"/>
          </a:p>
          <a:p>
            <a:pPr marL="457200" lvl="0" indent="-317500" algn="l" rtl="0">
              <a:lnSpc>
                <a:spcPct val="115000"/>
              </a:lnSpc>
              <a:spcBef>
                <a:spcPts val="0"/>
              </a:spcBef>
              <a:spcAft>
                <a:spcPts val="0"/>
              </a:spcAft>
              <a:buSzPts val="1400"/>
              <a:buAutoNum type="arabicPeriod"/>
            </a:pPr>
            <a:r>
              <a:rPr lang="nl" dirty="0"/>
              <a:t>Click “Purchase details” for an event.</a:t>
            </a:r>
            <a:endParaRPr dirty="0"/>
          </a:p>
          <a:p>
            <a:pPr marL="457200" lvl="0" indent="-317500" algn="l" rtl="0">
              <a:lnSpc>
                <a:spcPct val="115000"/>
              </a:lnSpc>
              <a:spcBef>
                <a:spcPts val="0"/>
              </a:spcBef>
              <a:spcAft>
                <a:spcPts val="0"/>
              </a:spcAft>
              <a:buSzPts val="1400"/>
              <a:buAutoNum type="arabicPeriod"/>
            </a:pPr>
            <a:r>
              <a:rPr lang="nl" dirty="0"/>
              <a:t>Verify the details page is displaying the right event name.</a:t>
            </a:r>
            <a:endParaRPr dirty="0"/>
          </a:p>
          <a:p>
            <a:pPr marL="457200" lvl="0" indent="-317500" algn="l" rtl="0">
              <a:lnSpc>
                <a:spcPct val="115000"/>
              </a:lnSpc>
              <a:spcBef>
                <a:spcPts val="0"/>
              </a:spcBef>
              <a:spcAft>
                <a:spcPts val="0"/>
              </a:spcAft>
              <a:buSzPts val="1400"/>
              <a:buAutoNum type="arabicPeriod"/>
            </a:pPr>
            <a:r>
              <a:rPr lang="nl" dirty="0"/>
              <a:t>Change the quantity to “3” and click “Place order”</a:t>
            </a:r>
            <a:endParaRPr dirty="0"/>
          </a:p>
          <a:p>
            <a:pPr marL="457200" lvl="0" indent="-317500" algn="l" rtl="0">
              <a:lnSpc>
                <a:spcPct val="115000"/>
              </a:lnSpc>
              <a:spcBef>
                <a:spcPts val="0"/>
              </a:spcBef>
              <a:spcAft>
                <a:spcPts val="0"/>
              </a:spcAft>
              <a:buSzPts val="1400"/>
              <a:buAutoNum type="arabicPeriod"/>
            </a:pPr>
            <a:r>
              <a:rPr lang="nl" dirty="0"/>
              <a:t>Verify the basket is showing the right quantity, total and number of tickets.</a:t>
            </a:r>
            <a:endParaRPr dirty="0"/>
          </a:p>
        </p:txBody>
      </p:sp>
      <p:pic>
        <p:nvPicPr>
          <p:cNvPr id="265" name="Google Shape;265;p48"/>
          <p:cNvPicPr preferRelativeResize="0"/>
          <p:nvPr/>
        </p:nvPicPr>
        <p:blipFill>
          <a:blip>
            <a:alphaModFix/>
          </a:blip>
          <a:stretch>
            <a:fillRect/>
          </a:stretch>
        </p:blipFill>
        <p:spPr>
          <a:xfrm>
            <a:off x="7272575" y="350244"/>
            <a:ext cx="1729950" cy="162818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9"/>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Task 4</a:t>
            </a:r>
            <a:endParaRPr/>
          </a:p>
        </p:txBody>
      </p:sp>
      <p:sp>
        <p:nvSpPr>
          <p:cNvPr id="271" name="Google Shape;271;p49"/>
          <p:cNvSpPr txBox="1">
            <a:spLocks noGrp="1"/>
          </p:cNvSpPr>
          <p:nvPr>
            <p:ph type="body" idx="1"/>
          </p:nvPr>
        </p:nvSpPr>
        <p:spPr>
          <a:xfrm>
            <a:off x="628650" y="1369225"/>
            <a:ext cx="6480600" cy="29139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AutoNum type="arabicPeriod"/>
            </a:pPr>
            <a:r>
              <a:rPr lang="nl" dirty="0"/>
              <a:t>Write a playwright test to navigate to the &lt;&lt;URL&gt;&gt; page, </a:t>
            </a:r>
            <a:endParaRPr dirty="0"/>
          </a:p>
          <a:p>
            <a:pPr marL="457200" lvl="0" indent="-317500" algn="l" rtl="0">
              <a:lnSpc>
                <a:spcPct val="115000"/>
              </a:lnSpc>
              <a:spcBef>
                <a:spcPts val="0"/>
              </a:spcBef>
              <a:spcAft>
                <a:spcPts val="0"/>
              </a:spcAft>
              <a:buSzPts val="1400"/>
              <a:buAutoNum type="arabicPeriod"/>
            </a:pPr>
            <a:r>
              <a:rPr lang="nl" dirty="0"/>
              <a:t>Click “Purchase details” for an event.</a:t>
            </a:r>
            <a:endParaRPr dirty="0"/>
          </a:p>
          <a:p>
            <a:pPr marL="457200" lvl="0" indent="-317500" algn="l" rtl="0">
              <a:lnSpc>
                <a:spcPct val="115000"/>
              </a:lnSpc>
              <a:spcBef>
                <a:spcPts val="0"/>
              </a:spcBef>
              <a:spcAft>
                <a:spcPts val="0"/>
              </a:spcAft>
              <a:buSzPts val="1400"/>
              <a:buAutoNum type="arabicPeriod"/>
            </a:pPr>
            <a:r>
              <a:rPr lang="nl" dirty="0"/>
              <a:t>Change the quantity to “3” and click “Place order”</a:t>
            </a:r>
            <a:endParaRPr dirty="0"/>
          </a:p>
          <a:p>
            <a:pPr marL="457200" lvl="0" indent="-317500" algn="l" rtl="0">
              <a:lnSpc>
                <a:spcPct val="115000"/>
              </a:lnSpc>
              <a:spcBef>
                <a:spcPts val="0"/>
              </a:spcBef>
              <a:spcAft>
                <a:spcPts val="0"/>
              </a:spcAft>
              <a:buSzPts val="1400"/>
              <a:buAutoNum type="arabicPeriod"/>
            </a:pPr>
            <a:r>
              <a:rPr lang="nl" dirty="0"/>
              <a:t>Change the quantity to “4” and click update.</a:t>
            </a:r>
            <a:endParaRPr dirty="0"/>
          </a:p>
          <a:p>
            <a:pPr marL="457200" lvl="0" indent="-317500" algn="l" rtl="0">
              <a:lnSpc>
                <a:spcPct val="115000"/>
              </a:lnSpc>
              <a:spcBef>
                <a:spcPts val="0"/>
              </a:spcBef>
              <a:spcAft>
                <a:spcPts val="0"/>
              </a:spcAft>
              <a:buSzPts val="1400"/>
              <a:buAutoNum type="arabicPeriod"/>
            </a:pPr>
            <a:r>
              <a:rPr lang="nl" dirty="0"/>
              <a:t>Verify the basket is showing the right total and number of tickets.</a:t>
            </a:r>
            <a:endParaRPr dirty="0"/>
          </a:p>
        </p:txBody>
      </p:sp>
      <p:pic>
        <p:nvPicPr>
          <p:cNvPr id="272" name="Google Shape;272;p49"/>
          <p:cNvPicPr preferRelativeResize="0"/>
          <p:nvPr/>
        </p:nvPicPr>
        <p:blipFill>
          <a:blip>
            <a:alphaModFix/>
          </a:blip>
          <a:stretch>
            <a:fillRect/>
          </a:stretch>
        </p:blipFill>
        <p:spPr>
          <a:xfrm>
            <a:off x="7272575" y="350244"/>
            <a:ext cx="1729950" cy="162818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7"/>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Task 5: bug hunt</a:t>
            </a:r>
            <a:endParaRPr/>
          </a:p>
        </p:txBody>
      </p:sp>
      <p:sp>
        <p:nvSpPr>
          <p:cNvPr id="257" name="Google Shape;257;p47"/>
          <p:cNvSpPr txBox="1">
            <a:spLocks noGrp="1"/>
          </p:cNvSpPr>
          <p:nvPr>
            <p:ph type="body" idx="1"/>
          </p:nvPr>
        </p:nvSpPr>
        <p:spPr>
          <a:xfrm>
            <a:off x="628650" y="1369225"/>
            <a:ext cx="6480600" cy="2913900"/>
          </a:xfrm>
          <a:prstGeom prst="rect">
            <a:avLst/>
          </a:prstGeom>
        </p:spPr>
        <p:txBody>
          <a:bodyPr spcFirstLastPara="1" wrap="square" lIns="68575" tIns="34275" rIns="68575" bIns="34275" anchor="t" anchorCtr="0">
            <a:normAutofit/>
          </a:bodyPr>
          <a:lstStyle/>
          <a:p>
            <a:pPr marL="457200" lvl="0" indent="-317500" algn="l" rtl="0">
              <a:lnSpc>
                <a:spcPct val="115000"/>
              </a:lnSpc>
              <a:spcBef>
                <a:spcPts val="0"/>
              </a:spcBef>
              <a:spcAft>
                <a:spcPts val="0"/>
              </a:spcAft>
              <a:buSzPts val="1400"/>
              <a:buAutoNum type="arabicPeriod"/>
            </a:pPr>
            <a:r>
              <a:rPr lang="en-US" dirty="0"/>
              <a:t>Write a playwright test that filters the catalog on “Moon” (capital M) and verifies there is one event.</a:t>
            </a:r>
            <a:endParaRPr dirty="0"/>
          </a:p>
          <a:p>
            <a:pPr marL="457200" lvl="0" indent="-317500" algn="l" rtl="0">
              <a:lnSpc>
                <a:spcPct val="115000"/>
              </a:lnSpc>
              <a:spcBef>
                <a:spcPts val="0"/>
              </a:spcBef>
              <a:spcAft>
                <a:spcPts val="0"/>
              </a:spcAft>
              <a:buSzPts val="1400"/>
              <a:buAutoNum type="arabicPeriod"/>
            </a:pPr>
            <a:r>
              <a:rPr lang="en-US" dirty="0"/>
              <a:t>Run the test. It fails, but the same test with “moon” passes.</a:t>
            </a:r>
            <a:endParaRPr dirty="0"/>
          </a:p>
          <a:p>
            <a:pPr marL="457200" lvl="0" indent="-317500" algn="l" rtl="0">
              <a:lnSpc>
                <a:spcPct val="115000"/>
              </a:lnSpc>
              <a:spcBef>
                <a:spcPts val="0"/>
              </a:spcBef>
              <a:spcAft>
                <a:spcPts val="0"/>
              </a:spcAft>
              <a:buSzPts val="1400"/>
              <a:buAutoNum type="arabicPeriod"/>
            </a:pPr>
            <a:r>
              <a:rPr lang="en-US" dirty="0"/>
              <a:t>Describe the bug (steps to reproduce and expected vs actual </a:t>
            </a:r>
            <a:r>
              <a:rPr lang="en-US" dirty="0" err="1"/>
              <a:t>behaviour</a:t>
            </a:r>
            <a:r>
              <a:rPr lang="en-US" dirty="0"/>
              <a:t>).</a:t>
            </a:r>
            <a:endParaRPr dirty="0"/>
          </a:p>
        </p:txBody>
      </p:sp>
      <p:pic>
        <p:nvPicPr>
          <p:cNvPr id="258" name="Google Shape;258;p47"/>
          <p:cNvPicPr preferRelativeResize="0"/>
          <p:nvPr/>
        </p:nvPicPr>
        <p:blipFill>
          <a:blip>
            <a:alphaModFix/>
          </a:blip>
          <a:stretch>
            <a:fillRect/>
          </a:stretch>
        </p:blipFill>
        <p:spPr>
          <a:xfrm>
            <a:off x="7272575" y="350244"/>
            <a:ext cx="1729950" cy="162818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50"/>
          <p:cNvSpPr txBox="1">
            <a:spLocks noGrp="1"/>
          </p:cNvSpPr>
          <p:nvPr>
            <p:ph type="title"/>
          </p:nvPr>
        </p:nvSpPr>
        <p:spPr>
          <a:xfrm>
            <a:off x="628650" y="273844"/>
            <a:ext cx="7886700" cy="994200"/>
          </a:xfrm>
          <a:prstGeom prst="rect">
            <a:avLst/>
          </a:prstGeom>
        </p:spPr>
        <p:txBody>
          <a:bodyPr spcFirstLastPara="1" wrap="square" lIns="68575" tIns="34275" rIns="68575" bIns="34275" anchor="ctr" anchorCtr="0">
            <a:normAutofit/>
          </a:bodyPr>
          <a:lstStyle/>
          <a:p>
            <a:pPr marL="0" lvl="0" indent="0" algn="l" rtl="0">
              <a:spcBef>
                <a:spcPts val="0"/>
              </a:spcBef>
              <a:spcAft>
                <a:spcPts val="0"/>
              </a:spcAft>
              <a:buNone/>
            </a:pPr>
            <a:r>
              <a:rPr lang="nl"/>
              <a:t>Next week</a:t>
            </a:r>
            <a:endParaRPr/>
          </a:p>
        </p:txBody>
      </p:sp>
      <p:sp>
        <p:nvSpPr>
          <p:cNvPr id="278" name="Google Shape;278;p50"/>
          <p:cNvSpPr txBox="1">
            <a:spLocks noGrp="1"/>
          </p:cNvSpPr>
          <p:nvPr>
            <p:ph type="body" idx="1"/>
          </p:nvPr>
        </p:nvSpPr>
        <p:spPr>
          <a:xfrm>
            <a:off x="628650" y="1369219"/>
            <a:ext cx="7886700" cy="2913900"/>
          </a:xfrm>
          <a:prstGeom prst="rect">
            <a:avLst/>
          </a:prstGeom>
        </p:spPr>
        <p:txBody>
          <a:bodyPr spcFirstLastPara="1" wrap="square" lIns="68575" tIns="34275" rIns="68575" bIns="34275" anchor="t" anchorCtr="0">
            <a:normAutofit/>
          </a:bodyPr>
          <a:lstStyle/>
          <a:p>
            <a:pPr marL="457200" lvl="0" indent="-317500" algn="l" rtl="0">
              <a:spcBef>
                <a:spcPts val="800"/>
              </a:spcBef>
              <a:spcAft>
                <a:spcPts val="0"/>
              </a:spcAft>
              <a:buSzPts val="1400"/>
              <a:buChar char="-"/>
            </a:pPr>
            <a:r>
              <a:rPr lang="nl"/>
              <a:t>Best practices</a:t>
            </a:r>
            <a:endParaRPr/>
          </a:p>
          <a:p>
            <a:pPr marL="457200" lvl="0" indent="-317500" algn="l" rtl="0">
              <a:spcBef>
                <a:spcPts val="0"/>
              </a:spcBef>
              <a:spcAft>
                <a:spcPts val="0"/>
              </a:spcAft>
              <a:buSzPts val="1400"/>
              <a:buChar char="-"/>
            </a:pPr>
            <a:r>
              <a:rPr lang="nl"/>
              <a:t>Using environment variables</a:t>
            </a:r>
            <a:endParaRPr/>
          </a:p>
          <a:p>
            <a:pPr marL="457200" lvl="0" indent="-317500" algn="l" rtl="0">
              <a:spcBef>
                <a:spcPts val="0"/>
              </a:spcBef>
              <a:spcAft>
                <a:spcPts val="0"/>
              </a:spcAft>
              <a:buSzPts val="1400"/>
              <a:buChar char="-"/>
            </a:pPr>
            <a:r>
              <a:rPr lang="nl"/>
              <a:t>Page object models</a:t>
            </a:r>
            <a:endParaRPr/>
          </a:p>
          <a:p>
            <a:pPr marL="0" lvl="0" indent="0" algn="l" rtl="0">
              <a:spcBef>
                <a:spcPts val="80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egindi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nhoudsdia met afbeelding recht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Inhoudsdia ">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2349</Words>
  <Application>Microsoft Macintosh PowerPoint</Application>
  <PresentationFormat>On-screen Show (16:9)</PresentationFormat>
  <Paragraphs>224</Paragraphs>
  <Slides>36</Slides>
  <Notes>29</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36</vt:i4>
      </vt:variant>
    </vt:vector>
  </HeadingPairs>
  <TitlesOfParts>
    <vt:vector size="45" baseType="lpstr">
      <vt:lpstr>Courier New</vt:lpstr>
      <vt:lpstr>Arial</vt:lpstr>
      <vt:lpstr>Consolas</vt:lpstr>
      <vt:lpstr>Roboto Mono</vt:lpstr>
      <vt:lpstr>Roboto</vt:lpstr>
      <vt:lpstr>Simple Light</vt:lpstr>
      <vt:lpstr>Begindia</vt:lpstr>
      <vt:lpstr>Inhoudsdia met afbeelding rechts</vt:lpstr>
      <vt:lpstr>Inhoudsdia </vt:lpstr>
      <vt:lpstr>Automated Software Testing</vt:lpstr>
      <vt:lpstr>The student</vt:lpstr>
      <vt:lpstr>Playwright</vt:lpstr>
      <vt:lpstr>Why Playwright?</vt:lpstr>
      <vt:lpstr>Same test: Selenium</vt:lpstr>
      <vt:lpstr>Same test: Playwright</vt:lpstr>
      <vt:lpstr>Playwright or Selenium?</vt:lpstr>
      <vt:lpstr>IDE</vt:lpstr>
      <vt:lpstr>SUT</vt:lpstr>
      <vt:lpstr>Core concepts</vt:lpstr>
      <vt:lpstr>Playwright</vt:lpstr>
      <vt:lpstr>Browser</vt:lpstr>
      <vt:lpstr>Browser</vt:lpstr>
      <vt:lpstr>BrowserContext</vt:lpstr>
      <vt:lpstr>Page</vt:lpstr>
      <vt:lpstr>Benefits of multiple Browser Contexts and Pages</vt:lpstr>
      <vt:lpstr>Maven dependencies</vt:lpstr>
      <vt:lpstr>First example</vt:lpstr>
      <vt:lpstr>Locators</vt:lpstr>
      <vt:lpstr>Locators</vt:lpstr>
      <vt:lpstr>data-testid</vt:lpstr>
      <vt:lpstr>data-testid</vt:lpstr>
      <vt:lpstr>Locators examples</vt:lpstr>
      <vt:lpstr>Task 1</vt:lpstr>
      <vt:lpstr>Actions</vt:lpstr>
      <vt:lpstr>LocatorAssertions</vt:lpstr>
      <vt:lpstr>Auto-waiting and retrying assertions</vt:lpstr>
      <vt:lpstr>Taking screenshots</vt:lpstr>
      <vt:lpstr>Test class layout</vt:lpstr>
      <vt:lpstr>Generating tests</vt:lpstr>
      <vt:lpstr>Debugging: inspector and trace viewer</vt:lpstr>
      <vt:lpstr>Task 2</vt:lpstr>
      <vt:lpstr>Task 3</vt:lpstr>
      <vt:lpstr>Task 4</vt:lpstr>
      <vt:lpstr>Task 5: bug hunt</vt:lpstr>
      <vt:lpstr>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Nele Custers</cp:lastModifiedBy>
  <cp:revision>2</cp:revision>
  <dcterms:modified xsi:type="dcterms:W3CDTF">2026-10-05T06:38:28Z</dcterms:modified>
</cp:coreProperties>
</file>